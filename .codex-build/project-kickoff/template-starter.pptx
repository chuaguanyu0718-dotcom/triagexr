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7854d994f1429b" /><Relationship Type="http://schemas.openxmlformats.org/officeDocument/2006/relationships/extended-properties" Target="/docProps/app.xml" Id="R0871fa1721f84df5" /><Relationship Type="http://schemas.openxmlformats.org/officeDocument/2006/relationships/officeDocument" Target="/ppt/presentation.xml" Id="Rafc257debba6482c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6b40828fd69f48c8"/>
  </p:sldMasterIdLst>
  <p:notesMasterIdLst>
    <p:notesMasterId xmlns:r="http://schemas.openxmlformats.org/officeDocument/2006/relationships" r:id="R2f9b53e644c44c50"/>
  </p:notesMasterIdLst>
  <p:sldIdLst>
    <p:sldId xmlns:r="http://schemas.openxmlformats.org/officeDocument/2006/relationships" id="256" r:id="R222fad6a32164c84"/>
    <p:sldId xmlns:r="http://schemas.openxmlformats.org/officeDocument/2006/relationships" id="257" r:id="R93ab65362e504d33"/>
    <p:sldId xmlns:r="http://schemas.openxmlformats.org/officeDocument/2006/relationships" id="258" r:id="R48945bc801774080"/>
    <p:sldId xmlns:r="http://schemas.openxmlformats.org/officeDocument/2006/relationships" id="259" r:id="R0b7aa6ac90674f7b"/>
    <p:sldId xmlns:r="http://schemas.openxmlformats.org/officeDocument/2006/relationships" id="260" r:id="Ra07ba4f3cee2404e"/>
    <p:sldId xmlns:r="http://schemas.openxmlformats.org/officeDocument/2006/relationships" id="261" r:id="Re141632e8cd445bb"/>
    <p:sldId xmlns:r="http://schemas.openxmlformats.org/officeDocument/2006/relationships" id="262" r:id="Rcf83ae20c9a04d9e"/>
    <p:sldId xmlns:r="http://schemas.openxmlformats.org/officeDocument/2006/relationships" id="263" r:id="Ra53907065f824707"/>
    <p:sldId xmlns:r="http://schemas.openxmlformats.org/officeDocument/2006/relationships" id="264" r:id="R049fd000e4654ed0"/>
    <p:sldId xmlns:r="http://schemas.openxmlformats.org/officeDocument/2006/relationships" id="265" r:id="Rb5dec494cbf04fdb"/>
  </p:sldIdLst>
  <p:sldSz cx="12192000" cy="6858000"/>
  <p:notesSz cx="6858000" cy="9144000"/>
  <p:embeddedFontLst>
    <p:embeddedFont>
      <p:font typeface="Inter"/>
      <p:regular xmlns:r="http://schemas.openxmlformats.org/officeDocument/2006/relationships" r:id="R5b9d8b628db14cd6"/>
      <p:bold xmlns:r="http://schemas.openxmlformats.org/officeDocument/2006/relationships" r:id="Rfb92cc20afd34c4b"/>
    </p:embeddedFont>
    <p:embeddedFont>
      <p:font typeface="Inter Medium"/>
      <p:regular xmlns:r="http://schemas.openxmlformats.org/officeDocument/2006/relationships" r:id="R50327163804340b1"/>
    </p:embeddedFont>
    <p:embeddedFont>
      <p:font typeface="Inter SemiBold"/>
      <p:regular xmlns:r="http://schemas.openxmlformats.org/officeDocument/2006/relationships" r:id="Rc71bdba9548142c0"/>
      <p:bold xmlns:r="http://schemas.openxmlformats.org/officeDocument/2006/relationships" r:id="R0ac130cf529f40a5"/>
    </p:embeddedFont>
    <p:embeddedFont>
      <p:font typeface="OpenAI Sans"/>
      <p:regular xmlns:r="http://schemas.openxmlformats.org/officeDocument/2006/relationships" r:id="R1c2067817eec4b31"/>
      <p:bold xmlns:r="http://schemas.openxmlformats.org/officeDocument/2006/relationships" r:id="R635024da2a0e4c30"/>
      <p:italic xmlns:r="http://schemas.openxmlformats.org/officeDocument/2006/relationships" r:id="R3cdac8daa9db45ee"/>
      <p:boldItalic xmlns:r="http://schemas.openxmlformats.org/officeDocument/2006/relationships" r:id="R2fd3642998e94bc7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4df5fe3e9e4bfa" /><Relationship Type="http://schemas.openxmlformats.org/officeDocument/2006/relationships/slideMaster" Target="/ppt/slideMasters/slideMaster1.xml" Id="R6b40828fd69f48c8" /><Relationship Type="http://schemas.openxmlformats.org/officeDocument/2006/relationships/notesMaster" Target="/ppt/notesMasters/notesMaster1.xml" Id="R2f9b53e644c44c50" /><Relationship Type="http://schemas.openxmlformats.org/officeDocument/2006/relationships/presProps" Target="/ppt/presProps.xml" Id="R57591b68f837408b" /><Relationship Type="http://schemas.openxmlformats.org/officeDocument/2006/relationships/viewProps" Target="/ppt/viewProps.xml" Id="R242dba65c4264396" /><Relationship Type="http://schemas.openxmlformats.org/officeDocument/2006/relationships/tableStyles" Target="/ppt/tableStyles.xml" Id="R4071b083fdcb441f" /><Relationship Type="http://schemas.openxmlformats.org/officeDocument/2006/relationships/font" Target="/ppt/fonts/font.dat" Id="R5b9d8b628db14cd6" /><Relationship Type="http://schemas.openxmlformats.org/officeDocument/2006/relationships/font" Target="/ppt/fonts/font2.dat" Id="Rfb92cc20afd34c4b" /><Relationship Type="http://schemas.openxmlformats.org/officeDocument/2006/relationships/font" Target="/ppt/fonts/font3.dat" Id="R50327163804340b1" /><Relationship Type="http://schemas.openxmlformats.org/officeDocument/2006/relationships/font" Target="/ppt/fonts/font4.dat" Id="Rc71bdba9548142c0" /><Relationship Type="http://schemas.openxmlformats.org/officeDocument/2006/relationships/font" Target="/ppt/fonts/font5.dat" Id="R0ac130cf529f40a5" /><Relationship Type="http://schemas.openxmlformats.org/officeDocument/2006/relationships/font" Target="/ppt/fonts/font6.dat" Id="R1c2067817eec4b31" /><Relationship Type="http://schemas.openxmlformats.org/officeDocument/2006/relationships/font" Target="/ppt/fonts/font7.dat" Id="R635024da2a0e4c30" /><Relationship Type="http://schemas.openxmlformats.org/officeDocument/2006/relationships/font" Target="/ppt/fonts/font8.dat" Id="R3cdac8daa9db45ee" /><Relationship Type="http://schemas.openxmlformats.org/officeDocument/2006/relationships/font" Target="/ppt/fonts/font9.dat" Id="R2fd3642998e94bc7" /><Relationship Type="http://schemas.openxmlformats.org/officeDocument/2006/relationships/slide" Target="/ppt/slides/slide1.xml" Id="R222fad6a32164c84" /><Relationship Type="http://schemas.openxmlformats.org/officeDocument/2006/relationships/slide" Target="/ppt/slides/slide2.xml" Id="R93ab65362e504d33" /><Relationship Type="http://schemas.openxmlformats.org/officeDocument/2006/relationships/slide" Target="/ppt/slides/slide3.xml" Id="R48945bc801774080" /><Relationship Type="http://schemas.openxmlformats.org/officeDocument/2006/relationships/slide" Target="/ppt/slides/slide4.xml" Id="R0b7aa6ac90674f7b" /><Relationship Type="http://schemas.openxmlformats.org/officeDocument/2006/relationships/slide" Target="/ppt/slides/slide5.xml" Id="Ra07ba4f3cee2404e" /><Relationship Type="http://schemas.openxmlformats.org/officeDocument/2006/relationships/slide" Target="/ppt/slides/slide6.xml" Id="Re141632e8cd445bb" /><Relationship Type="http://schemas.openxmlformats.org/officeDocument/2006/relationships/slide" Target="/ppt/slides/slide7.xml" Id="Rcf83ae20c9a04d9e" /><Relationship Type="http://schemas.openxmlformats.org/officeDocument/2006/relationships/slide" Target="/ppt/slides/slide8.xml" Id="Ra53907065f824707" /><Relationship Type="http://schemas.openxmlformats.org/officeDocument/2006/relationships/slide" Target="/ppt/slides/slide9.xml" Id="R049fd000e4654ed0" /><Relationship Type="http://schemas.openxmlformats.org/officeDocument/2006/relationships/slide" Target="/ppt/slides/slide10.xml" Id="Rb5dec494cbf04f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efd10a71244f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afc29441384141" /><Relationship Type="http://schemas.openxmlformats.org/officeDocument/2006/relationships/notesMaster" Target="/ppt/notesMasters/notesMaster1.xml" Id="Rb4ced5010dc945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a8adab42a14c6d" /><Relationship Type="http://schemas.openxmlformats.org/officeDocument/2006/relationships/notesMaster" Target="/ppt/notesMasters/notesMaster1.xml" Id="Rdc1e774178fb48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452c8c4b044be1" /><Relationship Type="http://schemas.openxmlformats.org/officeDocument/2006/relationships/notesMaster" Target="/ppt/notesMasters/notesMaster1.xml" Id="R6f662d0cc277470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3cbb6a51ad49f9" /><Relationship Type="http://schemas.openxmlformats.org/officeDocument/2006/relationships/notesMaster" Target="/ppt/notesMasters/notesMaster1.xml" Id="R5e3bac3f092344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487139fcd54a4f" /><Relationship Type="http://schemas.openxmlformats.org/officeDocument/2006/relationships/notesMaster" Target="/ppt/notesMasters/notesMaster1.xml" Id="R416ea4f12f884b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ca09a27a21406f" /><Relationship Type="http://schemas.openxmlformats.org/officeDocument/2006/relationships/notesMaster" Target="/ppt/notesMasters/notesMaster1.xml" Id="R3ed08caff73f4a5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90667884c94de5" /><Relationship Type="http://schemas.openxmlformats.org/officeDocument/2006/relationships/notesMaster" Target="/ppt/notesMasters/notesMaster1.xml" Id="R2e5457c10dbf46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0632e309fd4033" /><Relationship Type="http://schemas.openxmlformats.org/officeDocument/2006/relationships/notesMaster" Target="/ppt/notesMasters/notesMaster1.xml" Id="R3cdb5ed8b65048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3c83302e6c4b0d" /><Relationship Type="http://schemas.openxmlformats.org/officeDocument/2006/relationships/notesMaster" Target="/ppt/notesMasters/notesMaster1.xml" Id="Rb4c8700010df49d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0da82efca1a45e5" /><Relationship Type="http://schemas.openxmlformats.org/officeDocument/2006/relationships/notesMaster" Target="/ppt/notesMasters/notesMaster1.xml" Id="R0b36a853ee8541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2faac7ca3f401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80e4d3d7f44f5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d9d60b3855498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c82c34b6ac48a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005ff607d44b3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4c4c05ce8d40c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3792a237214f8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c9c59c47c9424a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560520e48d4825" /><Relationship Type="http://schemas.openxmlformats.org/officeDocument/2006/relationships/slideLayout" Target="/ppt/slideLayouts/slideLayout1.xml" Id="Rfdae49470a88436c" /><Relationship Type="http://schemas.openxmlformats.org/officeDocument/2006/relationships/slideLayout" Target="/ppt/slideLayouts/slideLayout2.xml" Id="Rd207ed2e43684c4b" /><Relationship Type="http://schemas.openxmlformats.org/officeDocument/2006/relationships/slideLayout" Target="/ppt/slideLayouts/slideLayout3.xml" Id="R9c5ec027b1704785" /><Relationship Type="http://schemas.openxmlformats.org/officeDocument/2006/relationships/slideLayout" Target="/ppt/slideLayouts/slideLayout4.xml" Id="R4029f02f3e4d4dd9" /><Relationship Type="http://schemas.openxmlformats.org/officeDocument/2006/relationships/slideLayout" Target="/ppt/slideLayouts/slideLayout5.xml" Id="Rb460a05721964747" /><Relationship Type="http://schemas.openxmlformats.org/officeDocument/2006/relationships/slideLayout" Target="/ppt/slideLayouts/slideLayout6.xml" Id="Rfed0db1125914732" /><Relationship Type="http://schemas.openxmlformats.org/officeDocument/2006/relationships/slideLayout" Target="/ppt/slideLayouts/slideLayout7.xml" Id="R1c36833c58c04429" /><Relationship Type="http://schemas.openxmlformats.org/officeDocument/2006/relationships/slideLayout" Target="/ppt/slideLayouts/slideLayout8.xml" Id="R308ef485b253477e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0026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ae49470a88436c"/>
    <p:sldLayoutId xmlns:r="http://schemas.openxmlformats.org/officeDocument/2006/relationships" id="2147483650" r:id="Rd207ed2e43684c4b"/>
    <p:sldLayoutId xmlns:r="http://schemas.openxmlformats.org/officeDocument/2006/relationships" id="2147483651" r:id="R9c5ec027b1704785"/>
    <p:sldLayoutId xmlns:r="http://schemas.openxmlformats.org/officeDocument/2006/relationships" id="2147483652" r:id="R4029f02f3e4d4dd9"/>
    <p:sldLayoutId xmlns:r="http://schemas.openxmlformats.org/officeDocument/2006/relationships" id="2147483653" r:id="Rb460a05721964747"/>
    <p:sldLayoutId xmlns:r="http://schemas.openxmlformats.org/officeDocument/2006/relationships" id="2147483654" r:id="Rfed0db1125914732"/>
    <p:sldLayoutId xmlns:r="http://schemas.openxmlformats.org/officeDocument/2006/relationships" id="2147483655" r:id="R1c36833c58c04429"/>
    <p:sldLayoutId xmlns:r="http://schemas.openxmlformats.org/officeDocument/2006/relationships" id="2147483656" r:id="R308ef485b253477e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0" i="0" kern="1200">
          <a:solidFill>
            <a:schemeClr val="tx1"/>
          </a:solidFill>
          <a:latin typeface="Inter Medium"/>
          <a:ea typeface="Inter Medium"/>
          <a:cs typeface="Inter Medium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xmlns:a="http://schemas.openxmlformats.org/drawingml/2006/main" val="F26B43"/>
          </p15:clr>
        </p15:guide>
        <p15:guide id="2" pos="7680">
          <p15:clr>
            <a:srgbClr xmlns:a="http://schemas.openxmlformats.org/drawingml/2006/main" val="F26B43"/>
          </p15:clr>
        </p15:guide>
        <p15:guide id="3" pos="248">
          <p15:clr>
            <a:srgbClr xmlns:a="http://schemas.openxmlformats.org/drawingml/2006/main" val="F26B43"/>
          </p15:clr>
        </p15:guide>
        <p15:guide id="4" pos="1264">
          <p15:clr>
            <a:srgbClr xmlns:a="http://schemas.openxmlformats.org/drawingml/2006/main" val="F26B43"/>
          </p15:clr>
        </p15:guide>
        <p15:guide id="5" pos="1480">
          <p15:clr>
            <a:srgbClr xmlns:a="http://schemas.openxmlformats.org/drawingml/2006/main" val="F26B43"/>
          </p15:clr>
        </p15:guide>
        <p15:guide id="6" pos="2496">
          <p15:clr>
            <a:srgbClr xmlns:a="http://schemas.openxmlformats.org/drawingml/2006/main" val="F26B43"/>
          </p15:clr>
        </p15:guide>
        <p15:guide id="7" pos="2712">
          <p15:clr>
            <a:srgbClr xmlns:a="http://schemas.openxmlformats.org/drawingml/2006/main" val="F26B43"/>
          </p15:clr>
        </p15:guide>
        <p15:guide id="8" pos="3736">
          <p15:clr>
            <a:srgbClr xmlns:a="http://schemas.openxmlformats.org/drawingml/2006/main" val="F26B43"/>
          </p15:clr>
        </p15:guide>
        <p15:guide id="9" pos="3944">
          <p15:clr>
            <a:srgbClr xmlns:a="http://schemas.openxmlformats.org/drawingml/2006/main" val="F26B43"/>
          </p15:clr>
        </p15:guide>
        <p15:guide id="10" pos="4968">
          <p15:clr>
            <a:srgbClr xmlns:a="http://schemas.openxmlformats.org/drawingml/2006/main" val="F26B43"/>
          </p15:clr>
        </p15:guide>
        <p15:guide id="11" pos="5184">
          <p15:clr>
            <a:srgbClr xmlns:a="http://schemas.openxmlformats.org/drawingml/2006/main" val="F26B43"/>
          </p15:clr>
        </p15:guide>
        <p15:guide id="12" pos="6200">
          <p15:clr>
            <a:srgbClr xmlns:a="http://schemas.openxmlformats.org/drawingml/2006/main" val="F26B43"/>
          </p15:clr>
        </p15:guide>
        <p15:guide id="13" pos="6416">
          <p15:clr>
            <a:srgbClr xmlns:a="http://schemas.openxmlformats.org/drawingml/2006/main" val="F26B43"/>
          </p15:clr>
        </p15:guide>
        <p15:guide id="14" pos="7432">
          <p15:clr>
            <a:srgbClr xmlns:a="http://schemas.openxmlformats.org/drawingml/2006/main" val="F26B43"/>
          </p15:clr>
        </p15:guide>
        <p15:guide id="15" orient="horz">
          <p15:clr>
            <a:srgbClr xmlns:a="http://schemas.openxmlformats.org/drawingml/2006/main" val="F26B43"/>
          </p15:clr>
        </p15:guide>
        <p15:guide id="17" orient="horz" pos="248">
          <p15:clr>
            <a:srgbClr xmlns:a="http://schemas.openxmlformats.org/drawingml/2006/main" val="F26B43"/>
          </p15:clr>
        </p15:guide>
        <p15:guide id="18" orient="horz" pos="656">
          <p15:clr>
            <a:srgbClr xmlns:a="http://schemas.openxmlformats.org/drawingml/2006/main" val="F26B43"/>
          </p15:clr>
        </p15:guide>
        <p15:guide id="19" orient="horz" pos="872">
          <p15:clr>
            <a:srgbClr xmlns:a="http://schemas.openxmlformats.org/drawingml/2006/main" val="F26B43"/>
          </p15:clr>
        </p15:guide>
        <p15:guide id="20" orient="horz" pos="1280">
          <p15:clr>
            <a:srgbClr xmlns:a="http://schemas.openxmlformats.org/drawingml/2006/main" val="F26B43"/>
          </p15:clr>
        </p15:guide>
        <p15:guide id="21" orient="horz" pos="1496">
          <p15:clr>
            <a:srgbClr xmlns:a="http://schemas.openxmlformats.org/drawingml/2006/main" val="F26B43"/>
          </p15:clr>
        </p15:guide>
        <p15:guide id="22" orient="horz" pos="1904">
          <p15:clr>
            <a:srgbClr xmlns:a="http://schemas.openxmlformats.org/drawingml/2006/main" val="F26B43"/>
          </p15:clr>
        </p15:guide>
        <p15:guide id="23" orient="horz" pos="2120">
          <p15:clr>
            <a:srgbClr xmlns:a="http://schemas.openxmlformats.org/drawingml/2006/main" val="F26B43"/>
          </p15:clr>
        </p15:guide>
        <p15:guide id="24" orient="horz" pos="2528">
          <p15:clr>
            <a:srgbClr xmlns:a="http://schemas.openxmlformats.org/drawingml/2006/main" val="F26B43"/>
          </p15:clr>
        </p15:guide>
        <p15:guide id="25" orient="horz" pos="2744">
          <p15:clr>
            <a:srgbClr xmlns:a="http://schemas.openxmlformats.org/drawingml/2006/main" val="F26B43"/>
          </p15:clr>
        </p15:guide>
        <p15:guide id="26" orient="horz" pos="3152">
          <p15:clr>
            <a:srgbClr xmlns:a="http://schemas.openxmlformats.org/drawingml/2006/main" val="F26B43"/>
          </p15:clr>
        </p15:guide>
        <p15:guide id="27" orient="horz" pos="3368">
          <p15:clr>
            <a:srgbClr xmlns:a="http://schemas.openxmlformats.org/drawingml/2006/main" val="F26B43"/>
          </p15:clr>
        </p15:guide>
        <p15:guide id="28" orient="horz" pos="3776">
          <p15:clr>
            <a:srgbClr xmlns:a="http://schemas.openxmlformats.org/drawingml/2006/main" val="F26B43"/>
          </p15:clr>
        </p15:guide>
        <p15:guide id="29" orient="horz" pos="4088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7781348ef24e4c" /><Relationship Type="http://schemas.openxmlformats.org/officeDocument/2006/relationships/notesSlide" Target="/ppt/notesSlides/notesSlide1.xml" Id="R8166d0565e134d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c681cd72e04908" /><Relationship Type="http://schemas.openxmlformats.org/officeDocument/2006/relationships/image" Target="/ppt/media/image.png" Id="R22fcb83a67fb4032" /><Relationship Type="http://schemas.openxmlformats.org/officeDocument/2006/relationships/notesSlide" Target="/ppt/notesSlides/notesSlide2.xml" Id="Ra1c7910bf3a246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2787bf301b4baf" /><Relationship Type="http://schemas.openxmlformats.org/officeDocument/2006/relationships/notesSlide" Target="/ppt/notesSlides/notesSlide3.xml" Id="R4657126d1f8141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31be400b644c5b" /><Relationship Type="http://schemas.openxmlformats.org/officeDocument/2006/relationships/notesSlide" Target="/ppt/notesSlides/notesSlide4.xml" Id="R7086199d99db4b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059abc997b475d" /><Relationship Type="http://schemas.openxmlformats.org/officeDocument/2006/relationships/notesSlide" Target="/ppt/notesSlides/notesSlide5.xml" Id="R94ef9edb59d948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33f281d241447c" /><Relationship Type="http://schemas.openxmlformats.org/officeDocument/2006/relationships/image" Target="/ppt/media/image.png" Id="R9ae51d97bc0c4b40" /><Relationship Type="http://schemas.openxmlformats.org/officeDocument/2006/relationships/notesSlide" Target="/ppt/notesSlides/notesSlide6.xml" Id="Rb75f6801ae5e4f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3b14eeae0a40ab" /><Relationship Type="http://schemas.openxmlformats.org/officeDocument/2006/relationships/notesSlide" Target="/ppt/notesSlides/notesSlide7.xml" Id="R8209428743b0483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8c13bf660a45e7" /><Relationship Type="http://schemas.openxmlformats.org/officeDocument/2006/relationships/notesSlide" Target="/ppt/notesSlides/notesSlide8.xml" Id="R3832ea43a3fa4a8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36b80a49d54ee8" /><Relationship Type="http://schemas.openxmlformats.org/officeDocument/2006/relationships/notesSlide" Target="/ppt/notesSlides/notesSlide9.xml" Id="R9c275c63a49e411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c974701b394298" /><Relationship Type="http://schemas.openxmlformats.org/officeDocument/2006/relationships/notesSlide" Target="/ppt/notesSlides/notesSlide10.xml" Id="R3206a637667045a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9A8DA10-BC74-F432-B483-CF813D4319A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371600" y="2066174"/>
            <a:ext cx="9448800" cy="220368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BCEF59"/>
                </a:solidFill>
              </a:rPr>
              <a:t>Team Project </a:t>
            </a:r>
            <a:br/>
            <a:r>
              <a:rPr sz="7200">
                <a:solidFill>
                  <a:srgbClr val="BCEF59"/>
                </a:solidFill>
              </a:rPr>
              <a:t>Kickoff Session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47DF5305-453D-AB88-8DE6-9846FEB1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1605" y="4874716"/>
            <a:ext cx="7267329" cy="6911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200">
                <a:latin typeface="Inter Medium"/>
                <a:ea typeface="Inter Medium"/>
                <a:cs typeface="Inter Medium"/>
              </a:rPr>
              <a:t>Aligning on the vision, plan, and path to success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A4393902-CF74-AC35-55A9-910ABBD4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264" y="1096027"/>
            <a:ext cx="2604013" cy="48881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tx1"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chemeClr val="tx1"/>
                </a:solidFill>
                <a:latin typeface="Inter SemiBold"/>
                <a:ea typeface="Inter SemiBold"/>
                <a:cs typeface="Inter SemiBold"/>
              </a:rPr>
              <a:t>2026 H2 Planning</a:t>
            </a:r>
          </a:p>
        </p:txBody>
      </p:sp>
    </p:spTree>
    <p:extLst>
      <p:ext uri="{BB962C8B-B14F-4D97-AF65-F5344CB8AC3E}">
        <p14:creationId xmlns:p14="http://schemas.microsoft.com/office/powerpoint/2010/main" val="35077371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Half text, half image slide</a:t>
            </a:r>
          </a:p>
        </p:txBody>
      </p:sp>
      <p:pic>
        <p:nvPicPr>
          <p:cNvPr id="53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fcb83a67fb4032"/>
          <a:srcRect xmlns:a="http://schemas.openxmlformats.org/drawingml/2006/main" l="5428" t="29168" r="0" b="230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40" y="396409"/>
            <a:ext cx="5539740" cy="5602070"/>
          </a:xfrm>
          <a:prstGeom xmlns:a="http://schemas.openxmlformats.org/drawingml/2006/main" prst="roundRect">
            <a:avLst>
              <a:gd name="adj" fmla="val 1361"/>
            </a:avLst>
          </a:prstGeom>
        </p:spPr>
      </p:pic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D4EE2969-B7C7-0C70-E299-B866E67D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684867"/>
            <a:ext cx="5537200" cy="17441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>
                <a:solidFill>
                  <a:srgbClr val="BCEF59"/>
                </a:solidFill>
                <a:latin typeface="Inter"/>
                <a:ea typeface="Inter"/>
                <a:cs typeface="Inter"/>
              </a:rPr>
              <a:t>Title here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700">
                <a:latin typeface="Inter"/>
                <a:ea typeface="Inter"/>
                <a:cs typeface="Inter"/>
              </a:rPr>
              <a:t>Lorem ipsum dolor sit </a:t>
            </a:r>
            <a:r>
              <a:rPr sz="1700">
                <a:latin typeface="Inter"/>
                <a:ea typeface="Inter"/>
                <a:cs typeface="Inter"/>
              </a:rPr>
              <a:t>amet</a:t>
            </a:r>
            <a:r>
              <a:rPr sz="1700">
                <a:latin typeface="Inter"/>
                <a:ea typeface="Inter"/>
                <a:cs typeface="Inter"/>
              </a:rPr>
              <a:t>, </a:t>
            </a:r>
            <a:r>
              <a:rPr sz="1700">
                <a:latin typeface="Inter"/>
                <a:ea typeface="Inter"/>
                <a:cs typeface="Inter"/>
              </a:rPr>
              <a:t>consectetur</a:t>
            </a:r>
            <a:r>
              <a:rPr sz="1700">
                <a:latin typeface="Inter"/>
                <a:ea typeface="Inter"/>
                <a:cs typeface="Inter"/>
              </a:rPr>
              <a:t> </a:t>
            </a:r>
            <a:r>
              <a:rPr sz="1700">
                <a:latin typeface="Inter"/>
                <a:ea typeface="Inter"/>
                <a:cs typeface="Inter"/>
              </a:rPr>
              <a:t>adipiscing</a:t>
            </a:r>
            <a:r>
              <a:rPr sz="1700">
                <a:latin typeface="Inter"/>
                <a:ea typeface="Inter"/>
                <a:cs typeface="Inter"/>
              </a:rPr>
              <a:t> </a:t>
            </a:r>
            <a:r>
              <a:rPr sz="1700">
                <a:latin typeface="Inter"/>
                <a:ea typeface="Inter"/>
                <a:cs typeface="Inter"/>
              </a:rPr>
              <a:t>elit</a:t>
            </a:r>
            <a:r>
              <a:rPr sz="1700">
                <a:latin typeface="Inter"/>
                <a:ea typeface="Inter"/>
                <a:cs typeface="Inter"/>
              </a:rPr>
              <a:t>. </a:t>
            </a:r>
            <a:r>
              <a:rPr sz="1700">
                <a:latin typeface="Inter"/>
                <a:ea typeface="Inter"/>
                <a:cs typeface="Inter"/>
              </a:rPr>
              <a:t>Pellentesque</a:t>
            </a:r>
            <a:r>
              <a:rPr sz="1700">
                <a:latin typeface="Inter"/>
                <a:ea typeface="Inter"/>
                <a:cs typeface="Inter"/>
              </a:rPr>
              <a:t> </a:t>
            </a:r>
            <a:r>
              <a:rPr sz="1700">
                <a:latin typeface="Inter"/>
                <a:ea typeface="Inter"/>
                <a:cs typeface="Inter"/>
              </a:rPr>
              <a:t>ultricies</a:t>
            </a:r>
            <a:r>
              <a:rPr sz="1700">
                <a:latin typeface="Inter"/>
                <a:ea typeface="Inter"/>
                <a:cs typeface="Inter"/>
              </a:rPr>
              <a:t> </a:t>
            </a:r>
            <a:r>
              <a:rPr sz="1700">
                <a:latin typeface="Inter"/>
                <a:ea typeface="Inter"/>
                <a:cs typeface="Inter"/>
              </a:rPr>
              <a:t>quam</a:t>
            </a:r>
            <a:r>
              <a:rPr sz="1700">
                <a:latin typeface="Inter"/>
                <a:ea typeface="Inter"/>
                <a:cs typeface="Inter"/>
              </a:rPr>
              <a:t> </a:t>
            </a:r>
            <a:r>
              <a:rPr sz="1700">
                <a:latin typeface="Inter"/>
                <a:ea typeface="Inter"/>
                <a:cs typeface="Inter"/>
              </a:rPr>
              <a:t>ut</a:t>
            </a:r>
            <a:r>
              <a:rPr sz="1700">
                <a:latin typeface="Inter"/>
                <a:ea typeface="Inter"/>
                <a:cs typeface="Inter"/>
              </a:rPr>
              <a:t> </a:t>
            </a:r>
            <a:r>
              <a:rPr sz="1700">
                <a:latin typeface="Inter"/>
                <a:ea typeface="Inter"/>
                <a:cs typeface="Inter"/>
              </a:rPr>
              <a:t>massa</a:t>
            </a:r>
            <a:r>
              <a:rPr sz="1700">
                <a:latin typeface="Inter"/>
                <a:ea typeface="Inter"/>
                <a:cs typeface="Inter"/>
              </a:rPr>
              <a:t> </a:t>
            </a:r>
            <a:r>
              <a:rPr sz="1700">
                <a:latin typeface="Inter"/>
                <a:ea typeface="Inter"/>
                <a:cs typeface="Inter"/>
              </a:rPr>
              <a:t>luctus</a:t>
            </a:r>
            <a:r>
              <a:rPr sz="1700">
                <a:latin typeface="Inter"/>
                <a:ea typeface="Inter"/>
                <a:cs typeface="Inter"/>
              </a:rPr>
              <a:t> cursus. </a:t>
            </a:r>
            <a:r>
              <a:rPr sz="1700">
                <a:latin typeface="Inter"/>
                <a:ea typeface="Inter"/>
                <a:cs typeface="Inter"/>
              </a:rPr>
              <a:t>Nullam</a:t>
            </a:r>
            <a:r>
              <a:rPr sz="1700">
                <a:latin typeface="Inter"/>
                <a:ea typeface="Inter"/>
                <a:cs typeface="Inter"/>
              </a:rPr>
              <a:t> pharetra </a:t>
            </a:r>
            <a:r>
              <a:rPr sz="1700">
                <a:latin typeface="Inter"/>
                <a:ea typeface="Inter"/>
                <a:cs typeface="Inter"/>
              </a:rPr>
              <a:t>mauris</a:t>
            </a:r>
            <a:r>
              <a:rPr sz="1700">
                <a:latin typeface="Inter"/>
                <a:ea typeface="Inter"/>
                <a:cs typeface="Inter"/>
              </a:rPr>
              <a:t> </a:t>
            </a:r>
            <a:r>
              <a:rPr sz="1700">
                <a:latin typeface="Inter"/>
                <a:ea typeface="Inter"/>
                <a:cs typeface="Inter"/>
              </a:rPr>
              <a:t>tortor</a:t>
            </a:r>
            <a:r>
              <a:rPr sz="1700">
                <a:latin typeface="Inter"/>
                <a:ea typeface="Inter"/>
                <a:cs typeface="Inter"/>
              </a:rPr>
              <a:t>. In hac </a:t>
            </a:r>
            <a:r>
              <a:rPr sz="1700">
                <a:latin typeface="Inter"/>
                <a:ea typeface="Inter"/>
                <a:cs typeface="Inter"/>
              </a:rPr>
              <a:t>habitasse</a:t>
            </a:r>
            <a:r>
              <a:rPr sz="1700">
                <a:latin typeface="Inter"/>
                <a:ea typeface="Inter"/>
                <a:cs typeface="Inter"/>
              </a:rPr>
              <a:t> </a:t>
            </a:r>
            <a:r>
              <a:rPr sz="1700">
                <a:latin typeface="Inter"/>
                <a:ea typeface="Inter"/>
                <a:cs typeface="Inter"/>
              </a:rPr>
              <a:t>platea</a:t>
            </a:r>
            <a:r>
              <a:rPr sz="1700">
                <a:latin typeface="Inter"/>
                <a:ea typeface="Inter"/>
                <a:cs typeface="Inter"/>
              </a:rPr>
              <a:t>.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2A34455-41AC-E436-D08C-DBCA262E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855855"/>
            <a:ext cx="5537200" cy="17441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>
                <a:solidFill>
                  <a:srgbClr val="BCEF59"/>
                </a:solidFill>
                <a:latin typeface="Inter"/>
                <a:ea typeface="Inter"/>
                <a:cs typeface="Inter"/>
              </a:rPr>
              <a:t>Title here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700">
                <a:latin typeface="Inter"/>
                <a:ea typeface="Inter"/>
                <a:cs typeface="Inter"/>
              </a:rPr>
              <a:t>Lorem ipsum dolor sit </a:t>
            </a:r>
            <a:r>
              <a:rPr sz="1700">
                <a:latin typeface="Inter"/>
                <a:ea typeface="Inter"/>
                <a:cs typeface="Inter"/>
              </a:rPr>
              <a:t>amet</a:t>
            </a:r>
            <a:r>
              <a:rPr sz="1700">
                <a:latin typeface="Inter"/>
                <a:ea typeface="Inter"/>
                <a:cs typeface="Inter"/>
              </a:rPr>
              <a:t>, </a:t>
            </a:r>
            <a:r>
              <a:rPr sz="1700">
                <a:latin typeface="Inter"/>
                <a:ea typeface="Inter"/>
                <a:cs typeface="Inter"/>
              </a:rPr>
              <a:t>consectetur</a:t>
            </a:r>
            <a:r>
              <a:rPr sz="1700">
                <a:latin typeface="Inter"/>
                <a:ea typeface="Inter"/>
                <a:cs typeface="Inter"/>
              </a:rPr>
              <a:t> </a:t>
            </a:r>
            <a:r>
              <a:rPr sz="1700">
                <a:latin typeface="Inter"/>
                <a:ea typeface="Inter"/>
                <a:cs typeface="Inter"/>
              </a:rPr>
              <a:t>adipiscing</a:t>
            </a:r>
            <a:r>
              <a:rPr sz="1700">
                <a:latin typeface="Inter"/>
                <a:ea typeface="Inter"/>
                <a:cs typeface="Inter"/>
              </a:rPr>
              <a:t> </a:t>
            </a:r>
            <a:r>
              <a:rPr sz="1700">
                <a:latin typeface="Inter"/>
                <a:ea typeface="Inter"/>
                <a:cs typeface="Inter"/>
              </a:rPr>
              <a:t>elit</a:t>
            </a:r>
            <a:r>
              <a:rPr sz="1700">
                <a:latin typeface="Inter"/>
                <a:ea typeface="Inter"/>
                <a:cs typeface="Inter"/>
              </a:rPr>
              <a:t>. </a:t>
            </a:r>
            <a:r>
              <a:rPr sz="1700">
                <a:latin typeface="Inter"/>
                <a:ea typeface="Inter"/>
                <a:cs typeface="Inter"/>
              </a:rPr>
              <a:t>Pellentesque</a:t>
            </a:r>
            <a:r>
              <a:rPr sz="1700">
                <a:latin typeface="Inter"/>
                <a:ea typeface="Inter"/>
                <a:cs typeface="Inter"/>
              </a:rPr>
              <a:t> </a:t>
            </a:r>
            <a:r>
              <a:rPr sz="1700">
                <a:latin typeface="Inter"/>
                <a:ea typeface="Inter"/>
                <a:cs typeface="Inter"/>
              </a:rPr>
              <a:t>ultricies</a:t>
            </a:r>
            <a:r>
              <a:rPr sz="1700">
                <a:latin typeface="Inter"/>
                <a:ea typeface="Inter"/>
                <a:cs typeface="Inter"/>
              </a:rPr>
              <a:t> </a:t>
            </a:r>
            <a:r>
              <a:rPr sz="1700">
                <a:latin typeface="Inter"/>
                <a:ea typeface="Inter"/>
                <a:cs typeface="Inter"/>
              </a:rPr>
              <a:t>quam</a:t>
            </a:r>
            <a:r>
              <a:rPr sz="1700">
                <a:latin typeface="Inter"/>
                <a:ea typeface="Inter"/>
                <a:cs typeface="Inter"/>
              </a:rPr>
              <a:t> </a:t>
            </a:r>
            <a:r>
              <a:rPr sz="1700">
                <a:latin typeface="Inter"/>
                <a:ea typeface="Inter"/>
                <a:cs typeface="Inter"/>
              </a:rPr>
              <a:t>ut</a:t>
            </a:r>
            <a:r>
              <a:rPr sz="1700">
                <a:latin typeface="Inter"/>
                <a:ea typeface="Inter"/>
                <a:cs typeface="Inter"/>
              </a:rPr>
              <a:t> </a:t>
            </a:r>
            <a:r>
              <a:rPr sz="1700">
                <a:latin typeface="Inter"/>
                <a:ea typeface="Inter"/>
                <a:cs typeface="Inter"/>
              </a:rPr>
              <a:t>massa</a:t>
            </a:r>
            <a:r>
              <a:rPr sz="1700">
                <a:latin typeface="Inter"/>
                <a:ea typeface="Inter"/>
                <a:cs typeface="Inter"/>
              </a:rPr>
              <a:t> </a:t>
            </a:r>
            <a:r>
              <a:rPr sz="1700">
                <a:latin typeface="Inter"/>
                <a:ea typeface="Inter"/>
                <a:cs typeface="Inter"/>
              </a:rPr>
              <a:t>luctus</a:t>
            </a:r>
            <a:r>
              <a:rPr sz="1700">
                <a:latin typeface="Inter"/>
                <a:ea typeface="Inter"/>
                <a:cs typeface="Inter"/>
              </a:rPr>
              <a:t> cursus. </a:t>
            </a:r>
            <a:r>
              <a:rPr sz="1700">
                <a:latin typeface="Inter"/>
                <a:ea typeface="Inter"/>
                <a:cs typeface="Inter"/>
              </a:rPr>
              <a:t>Nullam</a:t>
            </a:r>
            <a:r>
              <a:rPr sz="1700">
                <a:latin typeface="Inter"/>
                <a:ea typeface="Inter"/>
                <a:cs typeface="Inter"/>
              </a:rPr>
              <a:t> pharetra </a:t>
            </a:r>
            <a:r>
              <a:rPr sz="1700">
                <a:latin typeface="Inter"/>
                <a:ea typeface="Inter"/>
                <a:cs typeface="Inter"/>
              </a:rPr>
              <a:t>mauris</a:t>
            </a:r>
            <a:r>
              <a:rPr sz="1700">
                <a:latin typeface="Inter"/>
                <a:ea typeface="Inter"/>
                <a:cs typeface="Inter"/>
              </a:rPr>
              <a:t> </a:t>
            </a:r>
            <a:r>
              <a:rPr sz="1700">
                <a:latin typeface="Inter"/>
                <a:ea typeface="Inter"/>
                <a:cs typeface="Inter"/>
              </a:rPr>
              <a:t>tortor</a:t>
            </a:r>
            <a:r>
              <a:rPr sz="1700">
                <a:latin typeface="Inter"/>
                <a:ea typeface="Inter"/>
                <a:cs typeface="Inter"/>
              </a:rPr>
              <a:t>. In hac </a:t>
            </a:r>
            <a:r>
              <a:rPr sz="1700">
                <a:latin typeface="Inter"/>
                <a:ea typeface="Inter"/>
                <a:cs typeface="Inter"/>
              </a:rPr>
              <a:t>habitasse</a:t>
            </a:r>
            <a:r>
              <a:rPr sz="1700">
                <a:latin typeface="Inter"/>
                <a:ea typeface="Inter"/>
                <a:cs typeface="Inter"/>
              </a:rPr>
              <a:t> </a:t>
            </a:r>
            <a:r>
              <a:rPr sz="1700">
                <a:latin typeface="Inter"/>
                <a:ea typeface="Inter"/>
                <a:cs typeface="Inter"/>
              </a:rPr>
              <a:t>platea</a:t>
            </a:r>
            <a:r>
              <a:rPr sz="1700">
                <a:latin typeface="Inter"/>
                <a:ea typeface="Inter"/>
                <a:cs typeface="Inte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Large message slides with three callouts. Lorem ipsum dolor sit </a:t>
            </a:r>
            <a:r>
              <a:t>amet</a:t>
            </a:r>
            <a:r>
              <a:t>, </a:t>
            </a:r>
            <a:r>
              <a:t>consectetur</a:t>
            </a:r>
            <a:r>
              <a:t> </a:t>
            </a:r>
            <a:r>
              <a:t>adipiscing</a:t>
            </a:r>
            <a:r>
              <a:t> </a:t>
            </a:r>
            <a:r>
              <a:t>elit</a:t>
            </a:r>
            <a:r>
              <a:t>. 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1">
                <a:latin typeface="Inter SemiBold"/>
                <a:ea typeface="Inter SemiBold"/>
                <a:cs typeface="Inter SemiBold"/>
              </a:rPr>
              <a:t>Title here</a:t>
            </a:r>
            <a:endParaRPr sz="1800" b="1">
              <a:latin typeface="Inter SemiBold"/>
              <a:ea typeface="Inter SemiBold"/>
              <a:cs typeface="Inter SemiBold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Inter"/>
                <a:ea typeface="Inter"/>
                <a:cs typeface="Inter"/>
              </a:rPr>
              <a:t>Lorem ipsum dolor sit </a:t>
            </a:r>
            <a:r>
              <a:rPr sz="1800">
                <a:latin typeface="Inter"/>
                <a:ea typeface="Inter"/>
                <a:cs typeface="Inter"/>
              </a:rPr>
              <a:t>amet</a:t>
            </a:r>
            <a:r>
              <a:rPr sz="1800">
                <a:latin typeface="Inter"/>
                <a:ea typeface="Inter"/>
                <a:cs typeface="Inter"/>
              </a:rPr>
              <a:t>, </a:t>
            </a:r>
            <a:r>
              <a:rPr sz="1800">
                <a:latin typeface="Inter"/>
                <a:ea typeface="Inter"/>
                <a:cs typeface="Inter"/>
              </a:rPr>
              <a:t>consectetur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adipiscing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elit</a:t>
            </a:r>
            <a:r>
              <a:rPr sz="1800">
                <a:latin typeface="Inter"/>
                <a:ea typeface="Inter"/>
                <a:cs typeface="Inter"/>
              </a:rPr>
              <a:t>. </a:t>
            </a:r>
            <a:r>
              <a:rPr sz="1800">
                <a:latin typeface="Inter"/>
                <a:ea typeface="Inter"/>
                <a:cs typeface="Inter"/>
              </a:rPr>
              <a:t>Pellentesque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ultricies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quam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ut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massa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luctus</a:t>
            </a:r>
            <a:r>
              <a:rPr sz="1800">
                <a:latin typeface="Inter"/>
                <a:ea typeface="Inter"/>
                <a:cs typeface="Inter"/>
              </a:rPr>
              <a:t> cursus. </a:t>
            </a:r>
            <a:r>
              <a:rPr sz="1800">
                <a:latin typeface="Inter"/>
                <a:ea typeface="Inter"/>
                <a:cs typeface="Inter"/>
              </a:rPr>
              <a:t>Nullam</a:t>
            </a:r>
            <a:r>
              <a:rPr sz="1800">
                <a:latin typeface="Inter"/>
                <a:ea typeface="Inter"/>
                <a:cs typeface="Inter"/>
              </a:rPr>
              <a:t> pharetra </a:t>
            </a:r>
            <a:r>
              <a:rPr sz="1800">
                <a:latin typeface="Inter"/>
                <a:ea typeface="Inter"/>
                <a:cs typeface="Inter"/>
              </a:rPr>
              <a:t>mauris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tortor</a:t>
            </a:r>
            <a:r>
              <a:rPr sz="1800">
                <a:latin typeface="Inter"/>
                <a:ea typeface="Inter"/>
                <a:cs typeface="Inter"/>
              </a:rPr>
              <a:t>. In hac </a:t>
            </a:r>
            <a:r>
              <a:rPr sz="1800">
                <a:latin typeface="Inter"/>
                <a:ea typeface="Inter"/>
                <a:cs typeface="Inter"/>
              </a:rPr>
              <a:t>habitasse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platea</a:t>
            </a:r>
            <a:r>
              <a:rPr sz="1800">
                <a:latin typeface="Inter"/>
                <a:ea typeface="Inter"/>
                <a:cs typeface="Inter"/>
              </a:rPr>
              <a:t> </a:t>
            </a:r>
            <a:r>
              <a:rPr sz="1800">
                <a:latin typeface="Inter"/>
                <a:ea typeface="Inter"/>
                <a:cs typeface="Inter"/>
              </a:rPr>
              <a:t>dictumst</a:t>
            </a:r>
            <a:r>
              <a:rPr sz="1800">
                <a:latin typeface="Inter"/>
                <a:ea typeface="Inter"/>
                <a:cs typeface="Inter"/>
              </a:rPr>
              <a:t>. </a:t>
            </a:r>
            <a:endParaRPr sz="1800">
              <a:latin typeface="Inter"/>
              <a:ea typeface="Inter"/>
              <a:cs typeface="Inter"/>
            </a:endParaRP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 b="1">
                <a:latin typeface="Inter SemiBold"/>
                <a:ea typeface="Inter SemiBold"/>
                <a:cs typeface="Inter SemiBold"/>
              </a:rPr>
              <a:t>Title here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Lorem ipsum dolor sit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amet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,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consectetur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adipiscing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elit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.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Pellentesque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ultricies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quam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ut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massa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luctus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 cursus.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Nullam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 pharetra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mauris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tortor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. In hac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habitasse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platea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dictumst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. 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 b="1">
                <a:latin typeface="Inter SemiBold"/>
                <a:ea typeface="Inter SemiBold"/>
                <a:cs typeface="Inter SemiBold"/>
              </a:rPr>
              <a:t>Title here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Lorem ipsum dolor sit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amet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,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consectetur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adipiscing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elit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.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Pellentesque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ultricies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quam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ut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massa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luctus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 cursus.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Nullam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 pharetra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mauris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tortor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. In hac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habitasse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platea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 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dictumst</a:t>
            </a: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. </a:t>
            </a:r>
          </a:p>
          <a:p xmlns:a="http://schemas.openxmlformats.org/drawingml/2006/main">
            <a:pPr marL="0" indent="0">
              <a:buNone/>
            </a:pPr>
            <a:endParaRPr>
              <a:latin typeface="Inter"/>
              <a:ea typeface="Inter"/>
              <a:cs typeface="Inter"/>
            </a:endParaRPr>
          </a:p>
        </p:txBody>
      </p:sp>
      <p:sp>
        <p:nvSpPr>
          <p:cNvPr id="7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D72B81A-AC75-C1B0-4313-7B84D705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763754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BCEF59"/>
                </a:solidFill>
                <a:latin typeface="Inter SemiBold"/>
                <a:ea typeface="Inter SemiBold"/>
                <a:cs typeface="Inter SemiBold"/>
              </a:rPr>
              <a:t>Supertitle</a:t>
            </a:r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200B2E2-6D19-9AFE-1E8D-518E55CC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763754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BCEF59"/>
                </a:solidFill>
                <a:latin typeface="Inter SemiBold"/>
                <a:ea typeface="Inter SemiBold"/>
                <a:cs typeface="Inter SemiBold"/>
              </a:rPr>
              <a:t>Supertitle</a:t>
            </a: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4611C1F-A471-6B24-C785-2D7A5B5D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763754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BCEF59"/>
                </a:solidFill>
                <a:latin typeface="Inter SemiBold"/>
                <a:ea typeface="Inter SemiBold"/>
                <a:cs typeface="Inter SemiBold"/>
              </a:rPr>
              <a:t>Supertitle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Intro with four topics</a:t>
            </a: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25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/>
              <a:t>Lorem ipsum dolor sit </a:t>
            </a:r>
            <a:r>
              <a:rPr sz="1600"/>
              <a:t>amet</a:t>
            </a:r>
            <a:r>
              <a:rPr sz="1600"/>
              <a:t>, </a:t>
            </a:r>
            <a:r>
              <a:rPr sz="1600"/>
              <a:t>consectetur</a:t>
            </a:r>
            <a:r>
              <a:rPr sz="1600"/>
              <a:t> </a:t>
            </a:r>
            <a:r>
              <a:rPr sz="1600"/>
              <a:t>adipiscing</a:t>
            </a:r>
            <a:r>
              <a:rPr sz="1600"/>
              <a:t> </a:t>
            </a:r>
            <a:r>
              <a:rPr sz="1600"/>
              <a:t>elit</a:t>
            </a:r>
            <a:r>
              <a:rPr sz="1600"/>
              <a:t>. </a:t>
            </a:r>
            <a:r>
              <a:rPr sz="1600"/>
              <a:t>Pellentesque</a:t>
            </a:r>
            <a:r>
              <a:rPr sz="1600"/>
              <a:t> </a:t>
            </a:r>
            <a:r>
              <a:rPr sz="1600"/>
              <a:t>ultricies</a:t>
            </a:r>
            <a:r>
              <a:rPr sz="1600"/>
              <a:t> </a:t>
            </a:r>
            <a:r>
              <a:rPr sz="1600"/>
              <a:t>quam</a:t>
            </a:r>
            <a:r>
              <a:rPr sz="1600"/>
              <a:t> </a:t>
            </a:r>
            <a:r>
              <a:rPr sz="1600"/>
              <a:t>ut</a:t>
            </a:r>
            <a:r>
              <a:rPr sz="1600"/>
              <a:t> </a:t>
            </a:r>
            <a:r>
              <a:rPr sz="1600"/>
              <a:t>massa</a:t>
            </a:r>
            <a:r>
              <a:rPr sz="1600"/>
              <a:t> </a:t>
            </a:r>
            <a:r>
              <a:rPr sz="1600"/>
              <a:t>luctus</a:t>
            </a:r>
            <a:r>
              <a:rPr sz="1600"/>
              <a:t>. 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BCEF59"/>
                </a:solidFill>
                <a:latin typeface="Inter Medium"/>
                <a:ea typeface="Inter Medium"/>
                <a:cs typeface="Inter Medium"/>
              </a:rPr>
              <a:t>Item or topic </a:t>
            </a:r>
            <a:br/>
            <a:r>
              <a:rPr sz="1600">
                <a:solidFill>
                  <a:srgbClr val="BCEF59"/>
                </a:solidFill>
                <a:latin typeface="Inter Medium"/>
                <a:ea typeface="Inter Medium"/>
                <a:cs typeface="Inter Medium"/>
              </a:rPr>
              <a:t>title goes here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25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/>
              <a:t>Lorem ipsum dolor sit </a:t>
            </a:r>
            <a:r>
              <a:rPr sz="1600"/>
              <a:t>amet</a:t>
            </a:r>
            <a:r>
              <a:rPr sz="1600"/>
              <a:t>, </a:t>
            </a:r>
            <a:r>
              <a:rPr sz="1600"/>
              <a:t>consectetur</a:t>
            </a:r>
            <a:r>
              <a:rPr sz="1600"/>
              <a:t> </a:t>
            </a:r>
            <a:r>
              <a:rPr sz="1600"/>
              <a:t>adipiscing</a:t>
            </a:r>
            <a:r>
              <a:rPr sz="1600"/>
              <a:t> </a:t>
            </a:r>
            <a:r>
              <a:rPr sz="1600"/>
              <a:t>elit</a:t>
            </a:r>
            <a:r>
              <a:rPr sz="1600"/>
              <a:t>. </a:t>
            </a:r>
            <a:r>
              <a:rPr sz="1600"/>
              <a:t>Pellentesque</a:t>
            </a:r>
            <a:r>
              <a:rPr sz="1600"/>
              <a:t> </a:t>
            </a:r>
            <a:r>
              <a:rPr sz="1600"/>
              <a:t>ultricies</a:t>
            </a:r>
            <a:r>
              <a:rPr sz="1600"/>
              <a:t> </a:t>
            </a:r>
            <a:r>
              <a:rPr sz="1600"/>
              <a:t>quam</a:t>
            </a:r>
            <a:r>
              <a:rPr sz="1600"/>
              <a:t> </a:t>
            </a:r>
            <a:r>
              <a:rPr sz="1600"/>
              <a:t>ut</a:t>
            </a:r>
            <a:r>
              <a:rPr sz="1600"/>
              <a:t> </a:t>
            </a:r>
            <a:r>
              <a:rPr sz="1600"/>
              <a:t>massa</a:t>
            </a:r>
            <a:r>
              <a:rPr sz="1600"/>
              <a:t> </a:t>
            </a:r>
            <a:r>
              <a:rPr sz="1600"/>
              <a:t>luctus</a:t>
            </a:r>
            <a:r>
              <a:rPr sz="1600"/>
              <a:t>. 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BCEF59"/>
                </a:solidFill>
                <a:latin typeface="Inter Medium"/>
                <a:ea typeface="Inter Medium"/>
                <a:cs typeface="Inter Medium"/>
              </a:rPr>
              <a:t>Item or topic </a:t>
            </a:r>
            <a:br/>
            <a:r>
              <a:rPr sz="1600">
                <a:solidFill>
                  <a:srgbClr val="BCEF59"/>
                </a:solidFill>
                <a:latin typeface="Inter Medium"/>
                <a:ea typeface="Inter Medium"/>
                <a:cs typeface="Inter Medium"/>
              </a:rPr>
              <a:t>title goes here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25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/>
              <a:t>Lorem ipsum dolor sit </a:t>
            </a:r>
            <a:r>
              <a:rPr sz="1600"/>
              <a:t>amet</a:t>
            </a:r>
            <a:r>
              <a:rPr sz="1600"/>
              <a:t>, </a:t>
            </a:r>
            <a:r>
              <a:rPr sz="1600"/>
              <a:t>consectetur</a:t>
            </a:r>
            <a:r>
              <a:rPr sz="1600"/>
              <a:t> </a:t>
            </a:r>
            <a:r>
              <a:rPr sz="1600"/>
              <a:t>adipiscing</a:t>
            </a:r>
            <a:r>
              <a:rPr sz="1600"/>
              <a:t> </a:t>
            </a:r>
            <a:r>
              <a:rPr sz="1600"/>
              <a:t>elit</a:t>
            </a:r>
            <a:r>
              <a:rPr sz="1600"/>
              <a:t>. </a:t>
            </a:r>
            <a:r>
              <a:rPr sz="1600"/>
              <a:t>Pellentesque</a:t>
            </a:r>
            <a:r>
              <a:rPr sz="1600"/>
              <a:t> </a:t>
            </a:r>
            <a:r>
              <a:rPr sz="1600"/>
              <a:t>ultricies</a:t>
            </a:r>
            <a:r>
              <a:rPr sz="1600"/>
              <a:t> </a:t>
            </a:r>
            <a:r>
              <a:rPr sz="1600"/>
              <a:t>quam</a:t>
            </a:r>
            <a:r>
              <a:rPr sz="1600"/>
              <a:t> </a:t>
            </a:r>
            <a:r>
              <a:rPr sz="1600"/>
              <a:t>ut</a:t>
            </a:r>
            <a:r>
              <a:rPr sz="1600"/>
              <a:t> </a:t>
            </a:r>
            <a:r>
              <a:rPr sz="1600"/>
              <a:t>massa</a:t>
            </a:r>
            <a:r>
              <a:rPr sz="1600"/>
              <a:t> </a:t>
            </a:r>
            <a:r>
              <a:rPr sz="1600"/>
              <a:t>luctus</a:t>
            </a:r>
            <a:r>
              <a:rPr sz="1600"/>
              <a:t>. 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BCEF59"/>
                </a:solidFill>
                <a:latin typeface="Inter Medium"/>
                <a:ea typeface="Inter Medium"/>
                <a:cs typeface="Inter Medium"/>
              </a:rPr>
              <a:t>Item or topic </a:t>
            </a:r>
            <a:br/>
            <a:r>
              <a:rPr sz="1600">
                <a:solidFill>
                  <a:srgbClr val="BCEF59"/>
                </a:solidFill>
                <a:latin typeface="Inter Medium"/>
                <a:ea typeface="Inter Medium"/>
                <a:cs typeface="Inter Medium"/>
              </a:rPr>
              <a:t>title goes here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25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/>
              <a:t>Lorem ipsum dolor sit </a:t>
            </a:r>
            <a:r>
              <a:rPr sz="1600"/>
              <a:t>amet</a:t>
            </a:r>
            <a:r>
              <a:rPr sz="1600"/>
              <a:t>, </a:t>
            </a:r>
            <a:r>
              <a:rPr sz="1600"/>
              <a:t>consectetur</a:t>
            </a:r>
            <a:r>
              <a:rPr sz="1600"/>
              <a:t> </a:t>
            </a:r>
            <a:r>
              <a:rPr sz="1600"/>
              <a:t>adipiscing</a:t>
            </a:r>
            <a:r>
              <a:rPr sz="1600"/>
              <a:t> </a:t>
            </a:r>
            <a:r>
              <a:rPr sz="1600"/>
              <a:t>elit</a:t>
            </a:r>
            <a:r>
              <a:rPr sz="1600"/>
              <a:t>. </a:t>
            </a:r>
            <a:r>
              <a:rPr sz="1600"/>
              <a:t>Pellentesque</a:t>
            </a:r>
            <a:r>
              <a:rPr sz="1600"/>
              <a:t> </a:t>
            </a:r>
            <a:r>
              <a:rPr sz="1600"/>
              <a:t>ultricies</a:t>
            </a:r>
            <a:r>
              <a:rPr sz="1600"/>
              <a:t> </a:t>
            </a:r>
            <a:r>
              <a:rPr sz="1600"/>
              <a:t>quam</a:t>
            </a:r>
            <a:r>
              <a:rPr sz="1600"/>
              <a:t> </a:t>
            </a:r>
            <a:r>
              <a:rPr sz="1600"/>
              <a:t>ut</a:t>
            </a:r>
            <a:r>
              <a:rPr sz="1600"/>
              <a:t> </a:t>
            </a:r>
            <a:r>
              <a:rPr sz="1600"/>
              <a:t>massa</a:t>
            </a:r>
            <a:r>
              <a:rPr sz="1600"/>
              <a:t> </a:t>
            </a:r>
            <a:r>
              <a:rPr sz="1600"/>
              <a:t>luctus</a:t>
            </a:r>
            <a:r>
              <a:rPr sz="1600"/>
              <a:t>. 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BCEF59"/>
                </a:solidFill>
                <a:latin typeface="Inter Medium"/>
                <a:ea typeface="Inter Medium"/>
                <a:cs typeface="Inter Medium"/>
              </a:rPr>
              <a:t>Item or topic </a:t>
            </a:r>
            <a:br/>
            <a:r>
              <a:rPr sz="1600">
                <a:solidFill>
                  <a:srgbClr val="BCEF59"/>
                </a:solidFill>
                <a:latin typeface="Inter Medium"/>
                <a:ea typeface="Inter Medium"/>
                <a:cs typeface="Inter Medium"/>
              </a:rPr>
              <a:t>title goes here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Inter Medium"/>
                <a:ea typeface="Inter Medium"/>
                <a:cs typeface="Inter Medium"/>
              </a:rPr>
              <a:t>Lorem ipsum dolor sit </a:t>
            </a:r>
            <a:r>
              <a:rPr sz="2000">
                <a:latin typeface="Inter Medium"/>
                <a:ea typeface="Inter Medium"/>
                <a:cs typeface="Inter Medium"/>
              </a:rPr>
              <a:t>amet</a:t>
            </a:r>
            <a:r>
              <a:rPr sz="2000">
                <a:latin typeface="Inter Medium"/>
                <a:ea typeface="Inter Medium"/>
                <a:cs typeface="Inter Medium"/>
              </a:rPr>
              <a:t>, </a:t>
            </a:r>
            <a:r>
              <a:rPr sz="2000">
                <a:latin typeface="Inter Medium"/>
                <a:ea typeface="Inter Medium"/>
                <a:cs typeface="Inter Medium"/>
              </a:rPr>
              <a:t>consectetur</a:t>
            </a:r>
            <a:r>
              <a:rPr sz="2000">
                <a:latin typeface="Inter Medium"/>
                <a:ea typeface="Inter Medium"/>
                <a:cs typeface="Inter Medium"/>
              </a:rPr>
              <a:t> </a:t>
            </a:r>
            <a:r>
              <a:rPr sz="2000">
                <a:latin typeface="Inter Medium"/>
                <a:ea typeface="Inter Medium"/>
                <a:cs typeface="Inter Medium"/>
              </a:rPr>
              <a:t>adipiscing</a:t>
            </a:r>
            <a:r>
              <a:rPr sz="2000">
                <a:latin typeface="Inter Medium"/>
                <a:ea typeface="Inter Medium"/>
                <a:cs typeface="Inter Medium"/>
              </a:rPr>
              <a:t> </a:t>
            </a:r>
            <a:r>
              <a:rPr sz="2000">
                <a:latin typeface="Inter Medium"/>
                <a:ea typeface="Inter Medium"/>
                <a:cs typeface="Inter Medium"/>
              </a:rPr>
              <a:t>elit</a:t>
            </a:r>
            <a:r>
              <a:rPr sz="2000">
                <a:latin typeface="Inter Medium"/>
                <a:ea typeface="Inter Medium"/>
                <a:cs typeface="Inter Medium"/>
              </a:rPr>
              <a:t>. </a:t>
            </a:r>
            <a:r>
              <a:rPr sz="2000">
                <a:latin typeface="Inter Medium"/>
                <a:ea typeface="Inter Medium"/>
                <a:cs typeface="Inter Medium"/>
              </a:rPr>
              <a:t>Pellentesque</a:t>
            </a:r>
            <a:r>
              <a:rPr sz="2000">
                <a:latin typeface="Inter Medium"/>
                <a:ea typeface="Inter Medium"/>
                <a:cs typeface="Inter Medium"/>
              </a:rPr>
              <a:t> </a:t>
            </a:r>
            <a:r>
              <a:rPr sz="2000">
                <a:latin typeface="Inter Medium"/>
                <a:ea typeface="Inter Medium"/>
                <a:cs typeface="Inter Medium"/>
              </a:rPr>
              <a:t>ultricies</a:t>
            </a:r>
            <a:r>
              <a:rPr sz="2000">
                <a:latin typeface="Inter Medium"/>
                <a:ea typeface="Inter Medium"/>
                <a:cs typeface="Inter Medium"/>
              </a:rPr>
              <a:t> </a:t>
            </a:r>
            <a:r>
              <a:rPr sz="2000">
                <a:latin typeface="Inter Medium"/>
                <a:ea typeface="Inter Medium"/>
                <a:cs typeface="Inter Medium"/>
              </a:rPr>
              <a:t>quam</a:t>
            </a:r>
            <a:r>
              <a:rPr sz="2000">
                <a:latin typeface="Inter Medium"/>
                <a:ea typeface="Inter Medium"/>
                <a:cs typeface="Inter Medium"/>
              </a:rPr>
              <a:t> </a:t>
            </a:r>
            <a:r>
              <a:rPr sz="2000">
                <a:latin typeface="Inter Medium"/>
                <a:ea typeface="Inter Medium"/>
                <a:cs typeface="Inter Medium"/>
              </a:rPr>
              <a:t>ut</a:t>
            </a:r>
            <a:r>
              <a:rPr sz="2000">
                <a:latin typeface="Inter Medium"/>
                <a:ea typeface="Inter Medium"/>
                <a:cs typeface="Inter Medium"/>
              </a:rPr>
              <a:t> </a:t>
            </a:r>
            <a:r>
              <a:rPr sz="2000">
                <a:latin typeface="Inter Medium"/>
                <a:ea typeface="Inter Medium"/>
                <a:cs typeface="Inter Medium"/>
              </a:rPr>
              <a:t>massa</a:t>
            </a:r>
            <a:r>
              <a:rPr sz="2000">
                <a:latin typeface="Inter Medium"/>
                <a:ea typeface="Inter Medium"/>
                <a:cs typeface="Inter Medium"/>
              </a:rPr>
              <a:t> </a:t>
            </a:r>
            <a:r>
              <a:rPr sz="2000">
                <a:latin typeface="Inter Medium"/>
                <a:ea typeface="Inter Medium"/>
                <a:cs typeface="Inter Medium"/>
              </a:rPr>
              <a:t>luctus</a:t>
            </a:r>
            <a:r>
              <a:rPr sz="2000">
                <a:latin typeface="Inter Medium"/>
                <a:ea typeface="Inter Medium"/>
                <a:cs typeface="Inter Medium"/>
              </a:rPr>
              <a:t> cursus.</a:t>
            </a:r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6FC0B29-995A-397B-C2F3-07F01F97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152" y="2134181"/>
            <a:ext cx="3568700" cy="3709944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74A810-7A8E-054F-9F6B-09E9C694ECF9}" type="slidenum">
              <a:t>8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Timeline with three text only milestones</a:t>
            </a:r>
          </a:p>
        </p:txBody>
      </p:sp>
      <p:cxnSp>
        <p:nvCxnSpPr>
          <p:cNvPr id="24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3373753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BCEF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EF59"/>
          </a:solidFill>
          <a:ln xmlns:a="http://schemas.openxmlformats.org/drawingml/2006/main">
            <a:solidFill>
              <a:srgbClr val="BCEF59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EF59"/>
          </a:solidFill>
          <a:ln xmlns:a="http://schemas.openxmlformats.org/drawingml/2006/main">
            <a:solidFill>
              <a:srgbClr val="BCEF59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EF59"/>
          </a:solidFill>
          <a:ln xmlns:a="http://schemas.openxmlformats.org/drawingml/2006/main">
            <a:solidFill>
              <a:srgbClr val="BCEF59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BCEF59"/>
                </a:solidFill>
                <a:latin typeface="Inter SemiBold"/>
                <a:ea typeface="Inter SemiBold"/>
                <a:cs typeface="Inter SemiBold"/>
              </a:rPr>
              <a:t>Date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BCEF59"/>
                </a:solidFill>
                <a:latin typeface="Inter SemiBold"/>
                <a:ea typeface="Inter SemiBold"/>
                <a:cs typeface="Inter SemiBold"/>
              </a:rPr>
              <a:t>Date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BCEF59"/>
                </a:solidFill>
                <a:latin typeface="Inter SemiBold"/>
                <a:ea typeface="Inter SemiBold"/>
                <a:cs typeface="Inter SemiBold"/>
              </a:rPr>
              <a:t>Date</a:t>
            </a:r>
          </a:p>
        </p:txBody>
      </p:sp>
      <p:sp>
        <p:nvSpPr>
          <p:cNvPr id="8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0EE3B6B-F07C-271E-2F97-41D7686F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8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Title here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Lorem ipsum dolor sit </a:t>
            </a:r>
            <a:r>
              <a:rPr sz="1600"/>
              <a:t>amet</a:t>
            </a:r>
            <a:r>
              <a:rPr sz="1600"/>
              <a:t>, </a:t>
            </a:r>
            <a:r>
              <a:rPr sz="1600"/>
              <a:t>consectetur</a:t>
            </a:r>
            <a:r>
              <a:rPr sz="1600"/>
              <a:t> </a:t>
            </a:r>
            <a:r>
              <a:rPr sz="1600"/>
              <a:t>adipiscing</a:t>
            </a:r>
            <a:r>
              <a:rPr sz="1600"/>
              <a:t> </a:t>
            </a:r>
            <a:r>
              <a:rPr sz="1600"/>
              <a:t>elit</a:t>
            </a:r>
            <a:r>
              <a:rPr sz="1600"/>
              <a:t>. </a:t>
            </a:r>
            <a:r>
              <a:rPr sz="1600"/>
              <a:t>Pellentesque</a:t>
            </a:r>
            <a:r>
              <a:rPr sz="1600"/>
              <a:t> </a:t>
            </a:r>
            <a:r>
              <a:rPr sz="1600"/>
              <a:t>ultricies</a:t>
            </a:r>
            <a:r>
              <a:rPr sz="1600"/>
              <a:t> </a:t>
            </a:r>
            <a:r>
              <a:rPr sz="1600"/>
              <a:t>quam</a:t>
            </a:r>
            <a:r>
              <a:rPr sz="1600"/>
              <a:t>.</a:t>
            </a:r>
          </a:p>
        </p:txBody>
      </p:sp>
      <p:sp>
        <p:nvSpPr>
          <p:cNvPr id="15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3EA0E10-C778-6971-AFB5-9B9B52B0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73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Title here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Lorem ipsum dolor sit </a:t>
            </a:r>
            <a:r>
              <a:rPr sz="1600"/>
              <a:t>amet</a:t>
            </a:r>
            <a:r>
              <a:rPr sz="1600"/>
              <a:t>, </a:t>
            </a:r>
            <a:r>
              <a:rPr sz="1600"/>
              <a:t>consectetur</a:t>
            </a:r>
            <a:r>
              <a:rPr sz="1600"/>
              <a:t> </a:t>
            </a:r>
            <a:r>
              <a:rPr sz="1600"/>
              <a:t>adipiscing</a:t>
            </a:r>
            <a:r>
              <a:rPr sz="1600"/>
              <a:t> </a:t>
            </a:r>
            <a:r>
              <a:rPr sz="1600"/>
              <a:t>elit</a:t>
            </a:r>
            <a:r>
              <a:rPr sz="1600"/>
              <a:t>. </a:t>
            </a:r>
            <a:r>
              <a:rPr sz="1600"/>
              <a:t>Pellentesque</a:t>
            </a:r>
            <a:r>
              <a:rPr sz="1600"/>
              <a:t> </a:t>
            </a:r>
            <a:r>
              <a:rPr sz="1600"/>
              <a:t>ultricies</a:t>
            </a:r>
            <a:r>
              <a:rPr sz="1600"/>
              <a:t> </a:t>
            </a:r>
            <a:r>
              <a:rPr sz="1600"/>
              <a:t>quam</a:t>
            </a:r>
            <a:r>
              <a:rPr sz="1600"/>
              <a:t>.</a:t>
            </a:r>
          </a:p>
        </p:txBody>
      </p:sp>
      <p:sp>
        <p:nvSpPr>
          <p:cNvPr id="19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5A9F39A9-7A23-0F85-F761-1AB9FA6B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917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Title here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Lorem ipsum dolor sit </a:t>
            </a:r>
            <a:r>
              <a:rPr sz="1600"/>
              <a:t>amet</a:t>
            </a:r>
            <a:r>
              <a:rPr sz="1600"/>
              <a:t>, </a:t>
            </a:r>
            <a:r>
              <a:rPr sz="1600"/>
              <a:t>consectetur</a:t>
            </a:r>
            <a:r>
              <a:rPr sz="1600"/>
              <a:t> </a:t>
            </a:r>
            <a:r>
              <a:rPr sz="1600"/>
              <a:t>adipiscing</a:t>
            </a:r>
            <a:r>
              <a:rPr sz="1600"/>
              <a:t> </a:t>
            </a:r>
            <a:r>
              <a:rPr sz="1600"/>
              <a:t>elit</a:t>
            </a:r>
            <a:r>
              <a:rPr sz="1600"/>
              <a:t>. </a:t>
            </a:r>
            <a:r>
              <a:rPr sz="1600"/>
              <a:t>Pellentesque</a:t>
            </a:r>
            <a:r>
              <a:rPr sz="1600"/>
              <a:t> </a:t>
            </a:r>
            <a:r>
              <a:rPr sz="1600"/>
              <a:t>ultricies</a:t>
            </a:r>
            <a:r>
              <a:rPr sz="1600"/>
              <a:t> </a:t>
            </a:r>
            <a:r>
              <a:rPr sz="1600"/>
              <a:t>quam</a:t>
            </a:r>
            <a:r>
              <a:rPr sz="16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Half text, half image slide</a:t>
            </a:r>
          </a:p>
        </p:txBody>
      </p:sp>
      <p:pic>
        <p:nvPicPr>
          <p:cNvPr id="53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e51d97bc0c4b40"/>
          <a:srcRect xmlns:a="http://schemas.openxmlformats.org/drawingml/2006/main" l="5428" t="29168" r="0" b="230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40" y="396409"/>
            <a:ext cx="5539740" cy="5602070"/>
          </a:xfrm>
          <a:prstGeom xmlns:a="http://schemas.openxmlformats.org/drawingml/2006/main" prst="roundRect">
            <a:avLst>
              <a:gd name="adj" fmla="val 1361"/>
            </a:avLst>
          </a:prstGeom>
        </p:spPr>
      </p:pic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D4EE2969-B7C7-0C70-E299-B866E67D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684867"/>
            <a:ext cx="5537200" cy="17441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>
                <a:solidFill>
                  <a:srgbClr val="BCEF59"/>
                </a:solidFill>
                <a:latin typeface="Inter"/>
                <a:ea typeface="Inter"/>
                <a:cs typeface="Inter"/>
              </a:rPr>
              <a:t>Title here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700">
                <a:latin typeface="Inter"/>
                <a:ea typeface="Inter"/>
                <a:cs typeface="Inter"/>
              </a:rPr>
              <a:t>Lorem ipsum dolor sit </a:t>
            </a:r>
            <a:r>
              <a:rPr sz="1700">
                <a:latin typeface="Inter"/>
                <a:ea typeface="Inter"/>
                <a:cs typeface="Inter"/>
              </a:rPr>
              <a:t>amet</a:t>
            </a:r>
            <a:r>
              <a:rPr sz="1700">
                <a:latin typeface="Inter"/>
                <a:ea typeface="Inter"/>
                <a:cs typeface="Inter"/>
              </a:rPr>
              <a:t>, </a:t>
            </a:r>
            <a:r>
              <a:rPr sz="1700">
                <a:latin typeface="Inter"/>
                <a:ea typeface="Inter"/>
                <a:cs typeface="Inter"/>
              </a:rPr>
              <a:t>consectetur</a:t>
            </a:r>
            <a:r>
              <a:rPr sz="1700">
                <a:latin typeface="Inter"/>
                <a:ea typeface="Inter"/>
                <a:cs typeface="Inter"/>
              </a:rPr>
              <a:t> </a:t>
            </a:r>
            <a:r>
              <a:rPr sz="1700">
                <a:latin typeface="Inter"/>
                <a:ea typeface="Inter"/>
                <a:cs typeface="Inter"/>
              </a:rPr>
              <a:t>adipiscing</a:t>
            </a:r>
            <a:r>
              <a:rPr sz="1700">
                <a:latin typeface="Inter"/>
                <a:ea typeface="Inter"/>
                <a:cs typeface="Inter"/>
              </a:rPr>
              <a:t> </a:t>
            </a:r>
            <a:r>
              <a:rPr sz="1700">
                <a:latin typeface="Inter"/>
                <a:ea typeface="Inter"/>
                <a:cs typeface="Inter"/>
              </a:rPr>
              <a:t>elit</a:t>
            </a:r>
            <a:r>
              <a:rPr sz="1700">
                <a:latin typeface="Inter"/>
                <a:ea typeface="Inter"/>
                <a:cs typeface="Inter"/>
              </a:rPr>
              <a:t>. </a:t>
            </a:r>
            <a:r>
              <a:rPr sz="1700">
                <a:latin typeface="Inter"/>
                <a:ea typeface="Inter"/>
                <a:cs typeface="Inter"/>
              </a:rPr>
              <a:t>Pellentesque</a:t>
            </a:r>
            <a:r>
              <a:rPr sz="1700">
                <a:latin typeface="Inter"/>
                <a:ea typeface="Inter"/>
                <a:cs typeface="Inter"/>
              </a:rPr>
              <a:t> </a:t>
            </a:r>
            <a:r>
              <a:rPr sz="1700">
                <a:latin typeface="Inter"/>
                <a:ea typeface="Inter"/>
                <a:cs typeface="Inter"/>
              </a:rPr>
              <a:t>ultricies</a:t>
            </a:r>
            <a:r>
              <a:rPr sz="1700">
                <a:latin typeface="Inter"/>
                <a:ea typeface="Inter"/>
                <a:cs typeface="Inter"/>
              </a:rPr>
              <a:t> </a:t>
            </a:r>
            <a:r>
              <a:rPr sz="1700">
                <a:latin typeface="Inter"/>
                <a:ea typeface="Inter"/>
                <a:cs typeface="Inter"/>
              </a:rPr>
              <a:t>quam</a:t>
            </a:r>
            <a:r>
              <a:rPr sz="1700">
                <a:latin typeface="Inter"/>
                <a:ea typeface="Inter"/>
                <a:cs typeface="Inter"/>
              </a:rPr>
              <a:t> </a:t>
            </a:r>
            <a:r>
              <a:rPr sz="1700">
                <a:latin typeface="Inter"/>
                <a:ea typeface="Inter"/>
                <a:cs typeface="Inter"/>
              </a:rPr>
              <a:t>ut</a:t>
            </a:r>
            <a:r>
              <a:rPr sz="1700">
                <a:latin typeface="Inter"/>
                <a:ea typeface="Inter"/>
                <a:cs typeface="Inter"/>
              </a:rPr>
              <a:t> </a:t>
            </a:r>
            <a:r>
              <a:rPr sz="1700">
                <a:latin typeface="Inter"/>
                <a:ea typeface="Inter"/>
                <a:cs typeface="Inter"/>
              </a:rPr>
              <a:t>massa</a:t>
            </a:r>
            <a:r>
              <a:rPr sz="1700">
                <a:latin typeface="Inter"/>
                <a:ea typeface="Inter"/>
                <a:cs typeface="Inter"/>
              </a:rPr>
              <a:t> </a:t>
            </a:r>
            <a:r>
              <a:rPr sz="1700">
                <a:latin typeface="Inter"/>
                <a:ea typeface="Inter"/>
                <a:cs typeface="Inter"/>
              </a:rPr>
              <a:t>luctus</a:t>
            </a:r>
            <a:r>
              <a:rPr sz="1700">
                <a:latin typeface="Inter"/>
                <a:ea typeface="Inter"/>
                <a:cs typeface="Inter"/>
              </a:rPr>
              <a:t> cursus. </a:t>
            </a:r>
            <a:r>
              <a:rPr sz="1700">
                <a:latin typeface="Inter"/>
                <a:ea typeface="Inter"/>
                <a:cs typeface="Inter"/>
              </a:rPr>
              <a:t>Nullam</a:t>
            </a:r>
            <a:r>
              <a:rPr sz="1700">
                <a:latin typeface="Inter"/>
                <a:ea typeface="Inter"/>
                <a:cs typeface="Inter"/>
              </a:rPr>
              <a:t> pharetra </a:t>
            </a:r>
            <a:r>
              <a:rPr sz="1700">
                <a:latin typeface="Inter"/>
                <a:ea typeface="Inter"/>
                <a:cs typeface="Inter"/>
              </a:rPr>
              <a:t>mauris</a:t>
            </a:r>
            <a:r>
              <a:rPr sz="1700">
                <a:latin typeface="Inter"/>
                <a:ea typeface="Inter"/>
                <a:cs typeface="Inter"/>
              </a:rPr>
              <a:t> </a:t>
            </a:r>
            <a:r>
              <a:rPr sz="1700">
                <a:latin typeface="Inter"/>
                <a:ea typeface="Inter"/>
                <a:cs typeface="Inter"/>
              </a:rPr>
              <a:t>tortor</a:t>
            </a:r>
            <a:r>
              <a:rPr sz="1700">
                <a:latin typeface="Inter"/>
                <a:ea typeface="Inter"/>
                <a:cs typeface="Inter"/>
              </a:rPr>
              <a:t>. In hac </a:t>
            </a:r>
            <a:r>
              <a:rPr sz="1700">
                <a:latin typeface="Inter"/>
                <a:ea typeface="Inter"/>
                <a:cs typeface="Inter"/>
              </a:rPr>
              <a:t>habitasse</a:t>
            </a:r>
            <a:r>
              <a:rPr sz="1700">
                <a:latin typeface="Inter"/>
                <a:ea typeface="Inter"/>
                <a:cs typeface="Inter"/>
              </a:rPr>
              <a:t> </a:t>
            </a:r>
            <a:r>
              <a:rPr sz="1700">
                <a:latin typeface="Inter"/>
                <a:ea typeface="Inter"/>
                <a:cs typeface="Inter"/>
              </a:rPr>
              <a:t>platea</a:t>
            </a:r>
            <a:r>
              <a:rPr sz="1700">
                <a:latin typeface="Inter"/>
                <a:ea typeface="Inter"/>
                <a:cs typeface="Inter"/>
              </a:rPr>
              <a:t>.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2A34455-41AC-E436-D08C-DBCA262E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855855"/>
            <a:ext cx="5537200" cy="17441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>
                <a:solidFill>
                  <a:srgbClr val="BCEF59"/>
                </a:solidFill>
                <a:latin typeface="Inter"/>
                <a:ea typeface="Inter"/>
                <a:cs typeface="Inter"/>
              </a:rPr>
              <a:t>Title here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700">
                <a:latin typeface="Inter"/>
                <a:ea typeface="Inter"/>
                <a:cs typeface="Inter"/>
              </a:rPr>
              <a:t>Lorem ipsum dolor sit </a:t>
            </a:r>
            <a:r>
              <a:rPr sz="1700">
                <a:latin typeface="Inter"/>
                <a:ea typeface="Inter"/>
                <a:cs typeface="Inter"/>
              </a:rPr>
              <a:t>amet</a:t>
            </a:r>
            <a:r>
              <a:rPr sz="1700">
                <a:latin typeface="Inter"/>
                <a:ea typeface="Inter"/>
                <a:cs typeface="Inter"/>
              </a:rPr>
              <a:t>, </a:t>
            </a:r>
            <a:r>
              <a:rPr sz="1700">
                <a:latin typeface="Inter"/>
                <a:ea typeface="Inter"/>
                <a:cs typeface="Inter"/>
              </a:rPr>
              <a:t>consectetur</a:t>
            </a:r>
            <a:r>
              <a:rPr sz="1700">
                <a:latin typeface="Inter"/>
                <a:ea typeface="Inter"/>
                <a:cs typeface="Inter"/>
              </a:rPr>
              <a:t> </a:t>
            </a:r>
            <a:r>
              <a:rPr sz="1700">
                <a:latin typeface="Inter"/>
                <a:ea typeface="Inter"/>
                <a:cs typeface="Inter"/>
              </a:rPr>
              <a:t>adipiscing</a:t>
            </a:r>
            <a:r>
              <a:rPr sz="1700">
                <a:latin typeface="Inter"/>
                <a:ea typeface="Inter"/>
                <a:cs typeface="Inter"/>
              </a:rPr>
              <a:t> </a:t>
            </a:r>
            <a:r>
              <a:rPr sz="1700">
                <a:latin typeface="Inter"/>
                <a:ea typeface="Inter"/>
                <a:cs typeface="Inter"/>
              </a:rPr>
              <a:t>elit</a:t>
            </a:r>
            <a:r>
              <a:rPr sz="1700">
                <a:latin typeface="Inter"/>
                <a:ea typeface="Inter"/>
                <a:cs typeface="Inter"/>
              </a:rPr>
              <a:t>. </a:t>
            </a:r>
            <a:r>
              <a:rPr sz="1700">
                <a:latin typeface="Inter"/>
                <a:ea typeface="Inter"/>
                <a:cs typeface="Inter"/>
              </a:rPr>
              <a:t>Pellentesque</a:t>
            </a:r>
            <a:r>
              <a:rPr sz="1700">
                <a:latin typeface="Inter"/>
                <a:ea typeface="Inter"/>
                <a:cs typeface="Inter"/>
              </a:rPr>
              <a:t> </a:t>
            </a:r>
            <a:r>
              <a:rPr sz="1700">
                <a:latin typeface="Inter"/>
                <a:ea typeface="Inter"/>
                <a:cs typeface="Inter"/>
              </a:rPr>
              <a:t>ultricies</a:t>
            </a:r>
            <a:r>
              <a:rPr sz="1700">
                <a:latin typeface="Inter"/>
                <a:ea typeface="Inter"/>
                <a:cs typeface="Inter"/>
              </a:rPr>
              <a:t> </a:t>
            </a:r>
            <a:r>
              <a:rPr sz="1700">
                <a:latin typeface="Inter"/>
                <a:ea typeface="Inter"/>
                <a:cs typeface="Inter"/>
              </a:rPr>
              <a:t>quam</a:t>
            </a:r>
            <a:r>
              <a:rPr sz="1700">
                <a:latin typeface="Inter"/>
                <a:ea typeface="Inter"/>
                <a:cs typeface="Inter"/>
              </a:rPr>
              <a:t> </a:t>
            </a:r>
            <a:r>
              <a:rPr sz="1700">
                <a:latin typeface="Inter"/>
                <a:ea typeface="Inter"/>
                <a:cs typeface="Inter"/>
              </a:rPr>
              <a:t>ut</a:t>
            </a:r>
            <a:r>
              <a:rPr sz="1700">
                <a:latin typeface="Inter"/>
                <a:ea typeface="Inter"/>
                <a:cs typeface="Inter"/>
              </a:rPr>
              <a:t> </a:t>
            </a:r>
            <a:r>
              <a:rPr sz="1700">
                <a:latin typeface="Inter"/>
                <a:ea typeface="Inter"/>
                <a:cs typeface="Inter"/>
              </a:rPr>
              <a:t>massa</a:t>
            </a:r>
            <a:r>
              <a:rPr sz="1700">
                <a:latin typeface="Inter"/>
                <a:ea typeface="Inter"/>
                <a:cs typeface="Inter"/>
              </a:rPr>
              <a:t> </a:t>
            </a:r>
            <a:r>
              <a:rPr sz="1700">
                <a:latin typeface="Inter"/>
                <a:ea typeface="Inter"/>
                <a:cs typeface="Inter"/>
              </a:rPr>
              <a:t>luctus</a:t>
            </a:r>
            <a:r>
              <a:rPr sz="1700">
                <a:latin typeface="Inter"/>
                <a:ea typeface="Inter"/>
                <a:cs typeface="Inter"/>
              </a:rPr>
              <a:t> cursus. </a:t>
            </a:r>
            <a:r>
              <a:rPr sz="1700">
                <a:latin typeface="Inter"/>
                <a:ea typeface="Inter"/>
                <a:cs typeface="Inter"/>
              </a:rPr>
              <a:t>Nullam</a:t>
            </a:r>
            <a:r>
              <a:rPr sz="1700">
                <a:latin typeface="Inter"/>
                <a:ea typeface="Inter"/>
                <a:cs typeface="Inter"/>
              </a:rPr>
              <a:t> pharetra </a:t>
            </a:r>
            <a:r>
              <a:rPr sz="1700">
                <a:latin typeface="Inter"/>
                <a:ea typeface="Inter"/>
                <a:cs typeface="Inter"/>
              </a:rPr>
              <a:t>mauris</a:t>
            </a:r>
            <a:r>
              <a:rPr sz="1700">
                <a:latin typeface="Inter"/>
                <a:ea typeface="Inter"/>
                <a:cs typeface="Inter"/>
              </a:rPr>
              <a:t> </a:t>
            </a:r>
            <a:r>
              <a:rPr sz="1700">
                <a:latin typeface="Inter"/>
                <a:ea typeface="Inter"/>
                <a:cs typeface="Inter"/>
              </a:rPr>
              <a:t>tortor</a:t>
            </a:r>
            <a:r>
              <a:rPr sz="1700">
                <a:latin typeface="Inter"/>
                <a:ea typeface="Inter"/>
                <a:cs typeface="Inter"/>
              </a:rPr>
              <a:t>. In hac </a:t>
            </a:r>
            <a:r>
              <a:rPr sz="1700">
                <a:latin typeface="Inter"/>
                <a:ea typeface="Inter"/>
                <a:cs typeface="Inter"/>
              </a:rPr>
              <a:t>habitasse</a:t>
            </a:r>
            <a:r>
              <a:rPr sz="1700">
                <a:latin typeface="Inter"/>
                <a:ea typeface="Inter"/>
                <a:cs typeface="Inter"/>
              </a:rPr>
              <a:t> </a:t>
            </a:r>
            <a:r>
              <a:rPr sz="1700">
                <a:latin typeface="Inter"/>
                <a:ea typeface="Inter"/>
                <a:cs typeface="Inter"/>
              </a:rPr>
              <a:t>platea</a:t>
            </a:r>
            <a:r>
              <a:rPr sz="1700">
                <a:latin typeface="Inter"/>
                <a:ea typeface="Inter"/>
                <a:cs typeface="Inte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188" y="6278563"/>
            <a:ext cx="519112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00000-1234-1234-1234-123412341234}" type="slidenum">
              <a:t>5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Four points grid layout </a:t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2032000"/>
            <a:ext cx="5537200" cy="16430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>
                <a:solidFill>
                  <a:srgbClr val="BCEF59"/>
                </a:solidFill>
              </a:rPr>
              <a:t>Title goes here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</a:rPr>
              <a:t>Lorem ipsum dolor sit </a:t>
            </a:r>
            <a:r>
              <a:rPr sz="1800" b="0" i="0" u="none" cap="none">
                <a:ln>
                  <a:noFill/>
                </a:ln>
              </a:rPr>
              <a:t>amet</a:t>
            </a:r>
            <a:r>
              <a:rPr sz="1800" b="0" i="0" u="none" cap="none">
                <a:ln>
                  <a:noFill/>
                </a:ln>
              </a:rPr>
              <a:t>, </a:t>
            </a:r>
            <a:r>
              <a:rPr sz="1800" b="0" i="0" u="none" cap="none">
                <a:ln>
                  <a:noFill/>
                </a:ln>
              </a:rPr>
              <a:t>consectetur</a:t>
            </a:r>
            <a:r>
              <a:rPr sz="1800" b="0" i="0" u="none" cap="none">
                <a:ln>
                  <a:noFill/>
                </a:ln>
              </a:rPr>
              <a:t> </a:t>
            </a:r>
            <a:r>
              <a:rPr sz="1800" b="0" i="0" u="none" cap="none">
                <a:ln>
                  <a:noFill/>
                </a:ln>
              </a:rPr>
              <a:t>adipiscing</a:t>
            </a:r>
            <a:r>
              <a:rPr sz="1800" b="0" i="0" u="none" cap="none">
                <a:ln>
                  <a:noFill/>
                </a:ln>
              </a:rPr>
              <a:t> </a:t>
            </a:r>
            <a:r>
              <a:rPr sz="1800" b="0" i="0" u="none" cap="none">
                <a:ln>
                  <a:noFill/>
                </a:ln>
              </a:rPr>
              <a:t>elit</a:t>
            </a:r>
            <a:r>
              <a:rPr sz="1800" b="0" i="0" u="none" cap="none">
                <a:ln>
                  <a:noFill/>
                </a:ln>
              </a:rPr>
              <a:t>. </a:t>
            </a:r>
            <a:r>
              <a:rPr sz="1800" b="0" i="0" u="none" cap="none">
                <a:ln>
                  <a:noFill/>
                </a:ln>
              </a:rPr>
              <a:t>Pellentesque</a:t>
            </a:r>
            <a:r>
              <a:rPr sz="1800" b="0" i="0" u="none" cap="none">
                <a:ln>
                  <a:noFill/>
                </a:ln>
              </a:rPr>
              <a:t> </a:t>
            </a:r>
            <a:r>
              <a:rPr sz="1800" b="0" i="0" u="none" cap="none">
                <a:ln>
                  <a:noFill/>
                </a:ln>
              </a:rPr>
              <a:t>ultricies</a:t>
            </a:r>
            <a:r>
              <a:rPr sz="1800" b="0" i="0" u="none" cap="none">
                <a:ln>
                  <a:noFill/>
                </a:ln>
              </a:rPr>
              <a:t> </a:t>
            </a:r>
            <a:r>
              <a:rPr sz="1800" b="0" i="0" u="none" cap="none">
                <a:ln>
                  <a:noFill/>
                </a:ln>
              </a:rPr>
              <a:t>quam</a:t>
            </a:r>
            <a:r>
              <a:rPr sz="1800" b="0" i="0" u="none" cap="none">
                <a:ln>
                  <a:noFill/>
                </a:ln>
              </a:rPr>
              <a:t> </a:t>
            </a:r>
            <a:r>
              <a:rPr sz="1800" b="0" i="0" u="none" cap="none">
                <a:ln>
                  <a:noFill/>
                </a:ln>
              </a:rPr>
              <a:t>ut</a:t>
            </a:r>
            <a:r>
              <a:rPr sz="1800" b="0" i="0" u="none" cap="none">
                <a:ln>
                  <a:noFill/>
                </a:ln>
              </a:rPr>
              <a:t> </a:t>
            </a:r>
            <a:r>
              <a:rPr sz="1800" b="0" i="0" u="none" cap="none">
                <a:ln>
                  <a:noFill/>
                </a:ln>
              </a:rPr>
              <a:t>massa</a:t>
            </a:r>
            <a:r>
              <a:rPr sz="1800" b="0" i="0" u="none" cap="none">
                <a:ln>
                  <a:noFill/>
                </a:ln>
              </a:rPr>
              <a:t> </a:t>
            </a:r>
            <a:r>
              <a:rPr sz="1800" b="0" i="0" u="none" cap="none">
                <a:ln>
                  <a:noFill/>
                </a:ln>
              </a:rPr>
              <a:t>luctus</a:t>
            </a:r>
            <a:r>
              <a:rPr sz="1800" b="0" i="0" u="none" cap="none">
                <a:ln>
                  <a:noFill/>
                </a:ln>
              </a:rPr>
              <a:t> cursus. 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56618" y="2032000"/>
            <a:ext cx="5537200" cy="16430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>
                <a:solidFill>
                  <a:srgbClr val="BCEF59"/>
                </a:solidFill>
              </a:rPr>
              <a:t>Title goes here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</a:rPr>
              <a:t>Lorem ipsum dolor sit </a:t>
            </a:r>
            <a:r>
              <a:rPr sz="1800" b="0" i="0" u="none" cap="none">
                <a:ln>
                  <a:noFill/>
                </a:ln>
              </a:rPr>
              <a:t>amet</a:t>
            </a:r>
            <a:r>
              <a:rPr sz="1800" b="0" i="0" u="none" cap="none">
                <a:ln>
                  <a:noFill/>
                </a:ln>
              </a:rPr>
              <a:t>, </a:t>
            </a:r>
            <a:r>
              <a:rPr sz="1800" b="0" i="0" u="none" cap="none">
                <a:ln>
                  <a:noFill/>
                </a:ln>
              </a:rPr>
              <a:t>consectetur</a:t>
            </a:r>
            <a:r>
              <a:rPr sz="1800" b="0" i="0" u="none" cap="none">
                <a:ln>
                  <a:noFill/>
                </a:ln>
              </a:rPr>
              <a:t> </a:t>
            </a:r>
            <a:r>
              <a:rPr sz="1800" b="0" i="0" u="none" cap="none">
                <a:ln>
                  <a:noFill/>
                </a:ln>
              </a:rPr>
              <a:t>adipiscing</a:t>
            </a:r>
            <a:r>
              <a:rPr sz="1800" b="0" i="0" u="none" cap="none">
                <a:ln>
                  <a:noFill/>
                </a:ln>
              </a:rPr>
              <a:t> </a:t>
            </a:r>
            <a:r>
              <a:rPr sz="1800" b="0" i="0" u="none" cap="none">
                <a:ln>
                  <a:noFill/>
                </a:ln>
              </a:rPr>
              <a:t>elit</a:t>
            </a:r>
            <a:r>
              <a:rPr sz="1800" b="0" i="0" u="none" cap="none">
                <a:ln>
                  <a:noFill/>
                </a:ln>
              </a:rPr>
              <a:t>. </a:t>
            </a:r>
            <a:r>
              <a:rPr sz="1800" b="0" i="0" u="none" cap="none">
                <a:ln>
                  <a:noFill/>
                </a:ln>
              </a:rPr>
              <a:t>Pellentesque</a:t>
            </a:r>
            <a:r>
              <a:rPr sz="1800" b="0" i="0" u="none" cap="none">
                <a:ln>
                  <a:noFill/>
                </a:ln>
              </a:rPr>
              <a:t> </a:t>
            </a:r>
            <a:r>
              <a:rPr sz="1800" b="0" i="0" u="none" cap="none">
                <a:ln>
                  <a:noFill/>
                </a:ln>
              </a:rPr>
              <a:t>ultricies</a:t>
            </a:r>
            <a:r>
              <a:rPr sz="1800" b="0" i="0" u="none" cap="none">
                <a:ln>
                  <a:noFill/>
                </a:ln>
              </a:rPr>
              <a:t> </a:t>
            </a:r>
            <a:r>
              <a:rPr sz="1800" b="0" i="0" u="none" cap="none">
                <a:ln>
                  <a:noFill/>
                </a:ln>
              </a:rPr>
              <a:t>quam</a:t>
            </a:r>
            <a:r>
              <a:rPr sz="1800" b="0" i="0" u="none" cap="none">
                <a:ln>
                  <a:noFill/>
                </a:ln>
              </a:rPr>
              <a:t> </a:t>
            </a:r>
            <a:r>
              <a:rPr sz="1800" b="0" i="0" u="none" cap="none">
                <a:ln>
                  <a:noFill/>
                </a:ln>
              </a:rPr>
              <a:t>ut</a:t>
            </a:r>
            <a:r>
              <a:rPr sz="1800" b="0" i="0" u="none" cap="none">
                <a:ln>
                  <a:noFill/>
                </a:ln>
              </a:rPr>
              <a:t> </a:t>
            </a:r>
            <a:r>
              <a:rPr sz="1800" b="0" i="0" u="none" cap="none">
                <a:ln>
                  <a:noFill/>
                </a:ln>
              </a:rPr>
              <a:t>massa</a:t>
            </a:r>
            <a:r>
              <a:rPr sz="1800" b="0" i="0" u="none" cap="none">
                <a:ln>
                  <a:noFill/>
                </a:ln>
              </a:rPr>
              <a:t> </a:t>
            </a:r>
            <a:r>
              <a:rPr sz="1800" b="0" i="0" u="none" cap="none">
                <a:ln>
                  <a:noFill/>
                </a:ln>
              </a:rPr>
              <a:t>luctus</a:t>
            </a:r>
            <a:r>
              <a:rPr sz="1800" b="0" i="0" u="none" cap="none">
                <a:ln>
                  <a:noFill/>
                </a:ln>
              </a:rPr>
              <a:t> cursus. 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BCEF59"/>
                </a:solidFill>
              </a:rPr>
              <a:t>Title goes here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/>
              <a:t>Lorem ipsum dolor sit </a:t>
            </a:r>
            <a:r>
              <a:rPr sz="1800"/>
              <a:t>amet</a:t>
            </a:r>
            <a:r>
              <a:rPr sz="1800"/>
              <a:t>, </a:t>
            </a:r>
            <a:r>
              <a:rPr sz="1800"/>
              <a:t>consectetur</a:t>
            </a:r>
            <a:r>
              <a:rPr sz="1800"/>
              <a:t> </a:t>
            </a:r>
            <a:r>
              <a:rPr sz="1800"/>
              <a:t>adipiscing</a:t>
            </a:r>
            <a:r>
              <a:rPr sz="1800"/>
              <a:t> </a:t>
            </a:r>
            <a:r>
              <a:rPr sz="1800"/>
              <a:t>elit</a:t>
            </a:r>
            <a:r>
              <a:rPr sz="1800"/>
              <a:t>. </a:t>
            </a:r>
            <a:r>
              <a:rPr sz="1800"/>
              <a:t>Pellentesque</a:t>
            </a:r>
            <a:r>
              <a:rPr sz="1800"/>
              <a:t> </a:t>
            </a:r>
            <a:r>
              <a:rPr sz="1800"/>
              <a:t>ultricies</a:t>
            </a:r>
            <a:r>
              <a:rPr sz="1800"/>
              <a:t> </a:t>
            </a:r>
            <a:r>
              <a:rPr sz="1800"/>
              <a:t>quam</a:t>
            </a:r>
            <a:r>
              <a:rPr sz="1800"/>
              <a:t> </a:t>
            </a:r>
            <a:r>
              <a:rPr sz="1800"/>
              <a:t>ut</a:t>
            </a:r>
            <a:r>
              <a:rPr sz="1800"/>
              <a:t> </a:t>
            </a:r>
            <a:r>
              <a:rPr sz="1800"/>
              <a:t>massa</a:t>
            </a:r>
            <a:r>
              <a:rPr sz="1800"/>
              <a:t> </a:t>
            </a:r>
            <a:r>
              <a:rPr sz="1800"/>
              <a:t>luctus</a:t>
            </a:r>
            <a:r>
              <a:rPr sz="1800"/>
              <a:t> cursus. </a:t>
            </a: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BCEF59"/>
                </a:solidFill>
              </a:rPr>
              <a:t>Title goes here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/>
              <a:t>Lorem ipsum dolor sit </a:t>
            </a:r>
            <a:r>
              <a:rPr sz="1800"/>
              <a:t>amet</a:t>
            </a:r>
            <a:r>
              <a:rPr sz="1800"/>
              <a:t>, </a:t>
            </a:r>
            <a:r>
              <a:rPr sz="1800"/>
              <a:t>consectetur</a:t>
            </a:r>
            <a:r>
              <a:rPr sz="1800"/>
              <a:t> </a:t>
            </a:r>
            <a:r>
              <a:rPr sz="1800"/>
              <a:t>adipiscing</a:t>
            </a:r>
            <a:r>
              <a:rPr sz="1800"/>
              <a:t> </a:t>
            </a:r>
            <a:r>
              <a:rPr sz="1800"/>
              <a:t>elit</a:t>
            </a:r>
            <a:r>
              <a:rPr sz="1800"/>
              <a:t>. </a:t>
            </a:r>
            <a:r>
              <a:rPr sz="1800"/>
              <a:t>Pellentesque</a:t>
            </a:r>
            <a:r>
              <a:rPr sz="1800"/>
              <a:t> </a:t>
            </a:r>
            <a:r>
              <a:rPr sz="1800"/>
              <a:t>ultricies</a:t>
            </a:r>
            <a:r>
              <a:rPr sz="1800"/>
              <a:t> </a:t>
            </a:r>
            <a:r>
              <a:rPr sz="1800"/>
              <a:t>quam</a:t>
            </a:r>
            <a:r>
              <a:rPr sz="1800"/>
              <a:t> </a:t>
            </a:r>
            <a:r>
              <a:rPr sz="1800"/>
              <a:t>ut</a:t>
            </a:r>
            <a:r>
              <a:rPr sz="1800"/>
              <a:t> </a:t>
            </a:r>
            <a:r>
              <a:rPr sz="1800"/>
              <a:t>massa</a:t>
            </a:r>
            <a:r>
              <a:rPr sz="1800"/>
              <a:t> </a:t>
            </a:r>
            <a:r>
              <a:rPr sz="1800"/>
              <a:t>luctus</a:t>
            </a:r>
            <a:r>
              <a:rPr sz="1800"/>
              <a:t> cursus. </a:t>
            </a:r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595FF69-AA88-8653-2D13-3E0289A1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3AFD29D-9AD2-841D-0915-B4BDDC09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A10D6BE-4B8A-E31D-9AC6-AEB4FCD5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908090F4-C2CE-1329-8725-AC98A6AF8F6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00000-1234-1234-1234-123412341234}" type="slidenum">
              <a:t>9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64EBD68-6C7C-E1E5-F754-A2CABD28D4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description and three large stat cards layout</a:t>
            </a:r>
            <a:endParaRPr/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8352425-466B-B7C0-4556-B12F3F4F6DB3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02413" y="4900613"/>
            <a:ext cx="2949575" cy="81915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amet</a:t>
            </a: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, </a:t>
            </a: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elit</a:t>
            </a: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D1B4876-C319-B371-36B9-745CADB662E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541859" y="4900613"/>
            <a:ext cx="2949575" cy="81915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amet</a:t>
            </a: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, </a:t>
            </a: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elit</a:t>
            </a: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1BDFAF15-9B61-BA2E-0381-0DE8F578A81F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621211" y="4900613"/>
            <a:ext cx="2949575" cy="81915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amet</a:t>
            </a: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, </a:t>
            </a: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elit</a:t>
            </a: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BA9068-3E52-4988-B608-4CED930E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13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7000" b="0" i="0" u="none" cap="none">
                <a:ln>
                  <a:noFill/>
                </a:ln>
                <a:solidFill>
                  <a:srgbClr val="BCEF59"/>
                </a:solidFill>
                <a:latin typeface="Helvetica Neue"/>
                <a:ea typeface="Helvetica Neue"/>
                <a:cs typeface="Helvetica Neue"/>
              </a:rPr>
              <a:t>12%</a:t>
            </a:r>
            <a:endParaRPr sz="7000">
              <a:solidFill>
                <a:srgbClr val="BCEF59"/>
              </a:solidFill>
            </a:endParaRP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53D01BD-BEDA-E1D7-8112-CCD78E0B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3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7000" b="0" i="0" u="none" cap="none">
                <a:ln>
                  <a:noFill/>
                </a:ln>
                <a:solidFill>
                  <a:srgbClr val="BCEF59"/>
                </a:solidFill>
                <a:latin typeface="Helvetica Neue"/>
                <a:ea typeface="Helvetica Neue"/>
                <a:cs typeface="Helvetica Neue"/>
              </a:rPr>
              <a:t>34%</a:t>
            </a:r>
            <a:endParaRPr sz="7000">
              <a:solidFill>
                <a:srgbClr val="BCEF59"/>
              </a:solidFill>
            </a:endParaRPr>
          </a:p>
        </p:txBody>
      </p:sp>
      <p:sp>
        <p:nvSpPr>
          <p:cNvPr id="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AE7C386-15B3-0C22-BD29-DB00B9F7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36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7000" b="0" i="0" u="none" cap="none">
                <a:ln>
                  <a:noFill/>
                </a:ln>
                <a:solidFill>
                  <a:srgbClr val="BCEF59"/>
                </a:solidFill>
                <a:latin typeface="Helvetica Neue"/>
                <a:ea typeface="Helvetica Neue"/>
                <a:cs typeface="Helvetica Neue"/>
              </a:rPr>
              <a:t>56%</a:t>
            </a:r>
            <a:endParaRPr sz="7000">
              <a:solidFill>
                <a:srgbClr val="BCEF59"/>
              </a:solidFill>
            </a:endParaRP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E38982-B0CA-BEBE-C656-B7F62835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38300"/>
            <a:ext cx="11404599" cy="15994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latin typeface="Helvetica Neue Medium"/>
                <a:ea typeface="Helvetica Neue Medium"/>
                <a:cs typeface="Helvetica Neue Medium"/>
              </a:rPr>
              <a:t>Topic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>
                <a:latin typeface="Helvetica Neue"/>
                <a:ea typeface="Helvetica Neue"/>
                <a:cs typeface="Helvetica Neue"/>
              </a:rPr>
              <a:t>amet</a:t>
            </a:r>
            <a:r>
              <a:rPr>
                <a:latin typeface="Helvetica Neue"/>
                <a:ea typeface="Helvetica Neue"/>
                <a:cs typeface="Helvetica Neue"/>
              </a:rPr>
              <a:t>, </a:t>
            </a:r>
            <a:r>
              <a:rPr>
                <a:latin typeface="Helvetica Neue"/>
                <a:ea typeface="Helvetica Neue"/>
                <a:cs typeface="Helvetica Neue"/>
              </a:rPr>
              <a:t>consectetur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adipiscing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elit</a:t>
            </a:r>
            <a:r>
              <a:rPr>
                <a:latin typeface="Helvetica Neue"/>
                <a:ea typeface="Helvetica Neue"/>
                <a:cs typeface="Helvetica Neue"/>
              </a:rPr>
              <a:t>. </a:t>
            </a:r>
            <a:r>
              <a:rPr>
                <a:latin typeface="Helvetica Neue"/>
                <a:ea typeface="Helvetica Neue"/>
                <a:cs typeface="Helvetica Neue"/>
              </a:rPr>
              <a:t>Pellentesque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ultricies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quam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ut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massa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luctus</a:t>
            </a:r>
            <a:r>
              <a:rPr>
                <a:latin typeface="Helvetica Neue"/>
                <a:ea typeface="Helvetica Neue"/>
                <a:cs typeface="Helvetica Neue"/>
              </a:rPr>
              <a:t> cursus. </a:t>
            </a:r>
            <a:r>
              <a:rPr>
                <a:latin typeface="Helvetica Neue"/>
                <a:ea typeface="Helvetica Neue"/>
                <a:cs typeface="Helvetica Neue"/>
              </a:rPr>
              <a:t>Nullam</a:t>
            </a:r>
            <a:r>
              <a:rPr>
                <a:latin typeface="Helvetica Neue"/>
                <a:ea typeface="Helvetica Neue"/>
                <a:cs typeface="Helvetica Neue"/>
              </a:rPr>
              <a:t> pharetra </a:t>
            </a:r>
            <a:r>
              <a:rPr>
                <a:latin typeface="Helvetica Neue"/>
                <a:ea typeface="Helvetica Neue"/>
                <a:cs typeface="Helvetica Neue"/>
              </a:rPr>
              <a:t>mauris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tortor</a:t>
            </a:r>
            <a:r>
              <a:rPr>
                <a:latin typeface="Helvetica Neue"/>
                <a:ea typeface="Helvetica Neue"/>
                <a:cs typeface="Helvetica Neue"/>
              </a:rPr>
              <a:t>. In hac </a:t>
            </a:r>
            <a:r>
              <a:rPr>
                <a:latin typeface="Helvetica Neue"/>
                <a:ea typeface="Helvetica Neue"/>
                <a:cs typeface="Helvetica Neue"/>
              </a:rPr>
              <a:t>habitasse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platea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dictumst</a:t>
            </a:r>
            <a:r>
              <a:rPr>
                <a:latin typeface="Helvetica Neue"/>
                <a:ea typeface="Helvetica Neue"/>
                <a:cs typeface="Helvetica Neue"/>
              </a:rPr>
              <a:t>. Proin </a:t>
            </a:r>
            <a:r>
              <a:rPr>
                <a:latin typeface="Helvetica Neue"/>
                <a:ea typeface="Helvetica Neue"/>
                <a:cs typeface="Helvetica Neue"/>
              </a:rPr>
              <a:t>mattis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nibh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risus</a:t>
            </a:r>
            <a:r>
              <a:rPr>
                <a:latin typeface="Helvetica Neue"/>
                <a:ea typeface="Helvetica Neue"/>
                <a:cs typeface="Helvetica Neue"/>
              </a:rPr>
              <a:t>. </a:t>
            </a:r>
            <a:r>
              <a:rPr>
                <a:latin typeface="Helvetica Neue"/>
                <a:ea typeface="Helvetica Neue"/>
                <a:cs typeface="Helvetica Neue"/>
              </a:rPr>
              <a:t>Nulla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tempor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ut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massa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elementum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dapibus</a:t>
            </a:r>
            <a:r>
              <a:rPr>
                <a:latin typeface="Helvetica Neue"/>
                <a:ea typeface="Helvetica Neue"/>
                <a:cs typeface="Helvetica Neue"/>
              </a:rPr>
              <a:t>. Nam non ante quis </a:t>
            </a:r>
            <a:r>
              <a:rPr>
                <a:latin typeface="Helvetica Neue"/>
                <a:ea typeface="Helvetica Neue"/>
                <a:cs typeface="Helvetica Neue"/>
              </a:rPr>
              <a:t>enim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fringilla</a:t>
            </a:r>
            <a:r>
              <a:rPr>
                <a:latin typeface="Helvetica Neue"/>
                <a:ea typeface="Helvetica Neue"/>
                <a:cs typeface="Helvetica Neue"/>
              </a:rPr>
              <a:t> tempus nec in </a:t>
            </a:r>
            <a:r>
              <a:rPr>
                <a:latin typeface="Helvetica Neue"/>
                <a:ea typeface="Helvetica Neue"/>
                <a:cs typeface="Helvetica Neue"/>
              </a:rPr>
              <a:t>lectus</a:t>
            </a:r>
            <a:r>
              <a:rPr>
                <a:latin typeface="Helvetica Neue"/>
                <a:ea typeface="Helvetica Neue"/>
                <a:cs typeface="Helvetica Neue"/>
              </a:rPr>
              <a:t>. In hac </a:t>
            </a:r>
            <a:r>
              <a:rPr>
                <a:latin typeface="Helvetica Neue"/>
                <a:ea typeface="Helvetica Neue"/>
                <a:cs typeface="Helvetica Neue"/>
              </a:rPr>
              <a:t>habitasse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platea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dictumst</a:t>
            </a:r>
            <a:r>
              <a:rPr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sp>
        <p:nvSpPr>
          <p:cNvPr id="9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7472BC53-6948-EE0F-E8E5-5488EF53DF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36961682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F06ADB7A-E0CB-A418-3590-620B0C5F17E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9EE8A1CA-4617-FF10-E8D0-B582B7F48A8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10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68499D35-F61B-DF1C-10A6-EA04E8D006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792557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Gantt chart over time</a:t>
            </a:r>
          </a:p>
        </p:txBody>
      </p:sp>
      <p:graphicFrame>
        <p:nvGraphicFramePr>
          <p:cNvPr id="538" name="Google Shape;953;p80"/>
          <p:cNvGraphicFramePr/>
          <p:nvPr/>
        </p:nvGraphicFramePr>
        <p:xfrm>
          <a:off xmlns:a="http://schemas.openxmlformats.org/drawingml/2006/main" x="393699" y="1245705"/>
          <a:ext xmlns:a="http://schemas.openxmlformats.org/drawingml/2006/main" cx="11404600" cy="472219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0920"/>
                <a:gridCol w="2280920"/>
                <a:gridCol w="2280920"/>
                <a:gridCol w="2280920"/>
                <a:gridCol w="2280920"/>
              </a:tblGrid>
              <a:tr h="4722192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Milestone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9050" cmpd="sng">
                      <a:solidFill>
                        <a:srgbClr val="284638"/>
                      </a:solidFill>
                      <a:prstDash val="solid"/>
                    </a:lnL>
                    <a:lnR w="19050" cmpd="sng">
                      <a:solidFill>
                        <a:srgbClr val="284638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Milestone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9050" cmpd="sng">
                      <a:solidFill>
                        <a:srgbClr val="284638"/>
                      </a:solidFill>
                      <a:prstDash val="solid"/>
                    </a:lnL>
                    <a:lnR w="19050" cmpd="sng">
                      <a:solidFill>
                        <a:srgbClr val="284638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Milestone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9050" cmpd="sng">
                      <a:solidFill>
                        <a:srgbClr val="284638"/>
                      </a:solidFill>
                      <a:prstDash val="solid"/>
                    </a:lnL>
                    <a:lnR w="19050" cmpd="sng">
                      <a:solidFill>
                        <a:srgbClr val="284638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Milestone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9050" cmpd="sng">
                      <a:solidFill>
                        <a:srgbClr val="284638"/>
                      </a:solidFill>
                      <a:prstDash val="solid"/>
                    </a:lnL>
                    <a:lnR w="19050" cmpd="sng">
                      <a:solidFill>
                        <a:srgbClr val="284638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Milestone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9050" cmpd="sng">
                      <a:solidFill>
                        <a:srgbClr val="284638"/>
                      </a:solidFill>
                      <a:prstDash val="solid"/>
                    </a:lnL>
                    <a:lnR w="19050" cmpd="sng">
                      <a:solidFill>
                        <a:srgbClr val="284638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Google Shape;955;p80">
            <a:extLst xmlns:a="http://schemas.openxmlformats.org/drawingml/2006/main">
              <a:ext uri="{FF2B5EF4-FFF2-40B4-BE49-F238E27FC236}">
                <a16:creationId xmlns:a16="http://schemas.microsoft.com/office/drawing/2014/main" id="{EA32D89C-6778-2FE2-6D40-ABA6EAAD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718" y="4107740"/>
            <a:ext cx="4562665" cy="513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Lorem ipsum</a:t>
            </a:r>
          </a:p>
        </p:txBody>
      </p:sp>
      <p:sp>
        <p:nvSpPr>
          <p:cNvPr id="6" name="Google Shape;957;p80">
            <a:extLst xmlns:a="http://schemas.openxmlformats.org/drawingml/2006/main">
              <a:ext uri="{FF2B5EF4-FFF2-40B4-BE49-F238E27FC236}">
                <a16:creationId xmlns:a16="http://schemas.microsoft.com/office/drawing/2014/main" id="{D5359B3A-662D-9283-F7D8-9D5DCD65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93" y="5478390"/>
            <a:ext cx="11026708" cy="513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latin typeface="Inter SemiBold"/>
                <a:ea typeface="Inter SemiBold"/>
                <a:cs typeface="Inter SemiBold"/>
              </a:rPr>
              <a:t>Lorem ipsum</a:t>
            </a:r>
            <a:endParaRPr sz="1500" b="1">
              <a:latin typeface="Inter SemiBold"/>
              <a:ea typeface="Inter SemiBold"/>
              <a:cs typeface="Inter SemiBold"/>
            </a:endParaRPr>
          </a:p>
        </p:txBody>
      </p:sp>
      <p:sp>
        <p:nvSpPr>
          <p:cNvPr id="7" name="Google Shape;960;p80">
            <a:extLst xmlns:a="http://schemas.openxmlformats.org/drawingml/2006/main">
              <a:ext uri="{FF2B5EF4-FFF2-40B4-BE49-F238E27FC236}">
                <a16:creationId xmlns:a16="http://schemas.microsoft.com/office/drawing/2014/main" id="{2293B6C0-CD6E-C9F0-68F7-73F7B726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2794" y="4754965"/>
            <a:ext cx="4088008" cy="513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CEF5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Lorem ipsum</a:t>
            </a:r>
          </a:p>
        </p:txBody>
      </p:sp>
      <p:sp>
        <p:nvSpPr>
          <p:cNvPr id="8" name="Google Shape;963;p80">
            <a:extLst xmlns:a="http://schemas.openxmlformats.org/drawingml/2006/main">
              <a:ext uri="{FF2B5EF4-FFF2-40B4-BE49-F238E27FC236}">
                <a16:creationId xmlns:a16="http://schemas.microsoft.com/office/drawing/2014/main" id="{0F4F3439-EC29-4518-4A3E-7436F857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68" y="3403140"/>
            <a:ext cx="8790833" cy="513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Lorem ipsum</a:t>
            </a:r>
          </a:p>
        </p:txBody>
      </p:sp>
      <p:sp>
        <p:nvSpPr>
          <p:cNvPr id="9" name="Google Shape;966;p80">
            <a:extLst xmlns:a="http://schemas.openxmlformats.org/drawingml/2006/main">
              <a:ext uri="{FF2B5EF4-FFF2-40B4-BE49-F238E27FC236}">
                <a16:creationId xmlns:a16="http://schemas.microsoft.com/office/drawing/2014/main" id="{1D07E5FD-0BEC-93D6-2CF5-BC908A51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68" y="2698515"/>
            <a:ext cx="6408538" cy="513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Lorem ipsum</a:t>
            </a:r>
          </a:p>
        </p:txBody>
      </p:sp>
      <p:sp>
        <p:nvSpPr>
          <p:cNvPr id="10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0AB147C5-D3F9-0847-C2A5-2A90154B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93" y="1975090"/>
            <a:ext cx="4185180" cy="513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CEF5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Lorem ipsum</a:t>
            </a:r>
            <a:endParaRPr sz="1500" b="1">
              <a:solidFill>
                <a:schemeClr val="bg1"/>
              </a:solidFill>
              <a:latin typeface="Inter SemiBold"/>
              <a:ea typeface="Inter SemiBold"/>
              <a:cs typeface="Inter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43517153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1F94652D-58EE-6496-27FC-88868633C2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371600" y="2066174"/>
            <a:ext cx="9448800" cy="220368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BCEF59"/>
                </a:solidFill>
              </a:rPr>
              <a:t>Team Project </a:t>
            </a:r>
            <a:br/>
            <a:r>
              <a:rPr sz="7200">
                <a:solidFill>
                  <a:srgbClr val="BCEF59"/>
                </a:solidFill>
              </a:rPr>
              <a:t>Kickoff Session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7A15B0DD-3ED8-37CA-9675-F348EABF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1605" y="4874716"/>
            <a:ext cx="7267329" cy="6911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200">
                <a:latin typeface="Inter Medium"/>
                <a:ea typeface="Inter Medium"/>
                <a:cs typeface="Inter Medium"/>
              </a:rPr>
              <a:t>Thank you!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64FF5F30-1F7D-7291-7074-4D9972C8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264" y="1096027"/>
            <a:ext cx="2604013" cy="48881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tx1"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chemeClr val="tx1"/>
                </a:solidFill>
                <a:latin typeface="Inter SemiBold"/>
                <a:ea typeface="Inter SemiBold"/>
                <a:cs typeface="Inter SemiBold"/>
              </a:rPr>
              <a:t>2026 H2 Planning</a:t>
            </a:r>
          </a:p>
        </p:txBody>
      </p:sp>
    </p:spTree>
    <p:extLst>
      <p:ext uri="{BB962C8B-B14F-4D97-AF65-F5344CB8AC3E}">
        <p14:creationId xmlns:p14="http://schemas.microsoft.com/office/powerpoint/2010/main" val="2385373601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2026-08-10T02:39:26.7840000Z</dcterms:created>
  <dcterms:modified xsi:type="dcterms:W3CDTF">2026-08-10T02:39:26.7840000Z</dcterms:modified>
</coreProperties>
</file>