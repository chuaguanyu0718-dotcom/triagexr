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13dfa6eebe4fb1" /><Relationship Type="http://schemas.openxmlformats.org/officeDocument/2006/relationships/extended-properties" Target="/docProps/app.xml" Id="Rd309710de0b44edf" /><Relationship Type="http://schemas.openxmlformats.org/officeDocument/2006/relationships/officeDocument" Target="/ppt/presentation.xml" Id="R27159384e0ac4d8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a22d87f12864ba7"/>
  </p:sldMasterIdLst>
  <p:notesMasterIdLst>
    <p:notesMasterId xmlns:r="http://schemas.openxmlformats.org/officeDocument/2006/relationships" r:id="Re1b2c0194f9244cc"/>
  </p:notesMasterIdLst>
  <p:sldIdLst>
    <p:sldId xmlns:r="http://schemas.openxmlformats.org/officeDocument/2006/relationships" id="256" r:id="Rac1c7ecfe59a4032"/>
    <p:sldId xmlns:r="http://schemas.openxmlformats.org/officeDocument/2006/relationships" id="257" r:id="R132bc6e41eeb47af"/>
    <p:sldId xmlns:r="http://schemas.openxmlformats.org/officeDocument/2006/relationships" id="258" r:id="R845c10018c884c86"/>
    <p:sldId xmlns:r="http://schemas.openxmlformats.org/officeDocument/2006/relationships" id="259" r:id="R5a1439f3cac54394"/>
    <p:sldId xmlns:r="http://schemas.openxmlformats.org/officeDocument/2006/relationships" id="260" r:id="Rff67ac21fcc8420e"/>
    <p:sldId xmlns:r="http://schemas.openxmlformats.org/officeDocument/2006/relationships" id="261" r:id="Rc92bc1c429854fc9"/>
    <p:sldId xmlns:r="http://schemas.openxmlformats.org/officeDocument/2006/relationships" id="262" r:id="Rad997017b28044be"/>
    <p:sldId xmlns:r="http://schemas.openxmlformats.org/officeDocument/2006/relationships" id="263" r:id="R8134304234c74584"/>
    <p:sldId xmlns:r="http://schemas.openxmlformats.org/officeDocument/2006/relationships" id="264" r:id="R77ea9ab4252143c7"/>
  </p:sldIdLst>
  <p:sldSz cx="18288000" cy="10287000"/>
  <p:notesSz cx="6858000" cy="9144000"/>
  <p:embeddedFontLst>
    <p:embeddedFont>
      <p:font typeface="Aileron Bold"/>
      <p:regular xmlns:r="http://schemas.openxmlformats.org/officeDocument/2006/relationships" r:id="Rb6d8261f5013483e"/>
    </p:embeddedFont>
    <p:embeddedFont>
      <p:font typeface="Aileron"/>
      <p:regular xmlns:r="http://schemas.openxmlformats.org/officeDocument/2006/relationships" r:id="Rc448f97b7b8a4e6f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fd2c2822d94769" /><Relationship Type="http://schemas.openxmlformats.org/officeDocument/2006/relationships/slideMaster" Target="/ppt/slideMasters/slideMaster1.xml" Id="R6a22d87f12864ba7" /><Relationship Type="http://schemas.openxmlformats.org/officeDocument/2006/relationships/notesMaster" Target="/ppt/notesMasters/notesMaster1.xml" Id="Re1b2c0194f9244cc" /><Relationship Type="http://schemas.openxmlformats.org/officeDocument/2006/relationships/presProps" Target="/ppt/presProps.xml" Id="Re2d606984ad44fa1" /><Relationship Type="http://schemas.openxmlformats.org/officeDocument/2006/relationships/viewProps" Target="/ppt/viewProps.xml" Id="R4660d41a40ab4e7e" /><Relationship Type="http://schemas.openxmlformats.org/officeDocument/2006/relationships/tableStyles" Target="/ppt/tableStyles.xml" Id="R445fbef3583d4f4b" /><Relationship Type="http://schemas.openxmlformats.org/officeDocument/2006/relationships/font" Target="/ppt/fonts/font.dat" Id="Rb6d8261f5013483e" /><Relationship Type="http://schemas.openxmlformats.org/officeDocument/2006/relationships/font" Target="/ppt/fonts/font2.dat" Id="Rc448f97b7b8a4e6f" /><Relationship Type="http://schemas.openxmlformats.org/officeDocument/2006/relationships/slide" Target="/ppt/slides/slide1.xml" Id="Rac1c7ecfe59a4032" /><Relationship Type="http://schemas.openxmlformats.org/officeDocument/2006/relationships/slide" Target="/ppt/slides/slide2.xml" Id="R132bc6e41eeb47af" /><Relationship Type="http://schemas.openxmlformats.org/officeDocument/2006/relationships/slide" Target="/ppt/slides/slide3.xml" Id="R845c10018c884c86" /><Relationship Type="http://schemas.openxmlformats.org/officeDocument/2006/relationships/slide" Target="/ppt/slides/slide4.xml" Id="R5a1439f3cac54394" /><Relationship Type="http://schemas.openxmlformats.org/officeDocument/2006/relationships/slide" Target="/ppt/slides/slide5.xml" Id="Rff67ac21fcc8420e" /><Relationship Type="http://schemas.openxmlformats.org/officeDocument/2006/relationships/slide" Target="/ppt/slides/slide6.xml" Id="Rc92bc1c429854fc9" /><Relationship Type="http://schemas.openxmlformats.org/officeDocument/2006/relationships/slide" Target="/ppt/slides/slide7.xml" Id="Rad997017b28044be" /><Relationship Type="http://schemas.openxmlformats.org/officeDocument/2006/relationships/slide" Target="/ppt/slides/slide8.xml" Id="R8134304234c74584" /><Relationship Type="http://schemas.openxmlformats.org/officeDocument/2006/relationships/slide" Target="/ppt/slides/slide9.xml" Id="R77ea9ab4252143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4bf2172e8344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5983ff702541e5" /><Relationship Type="http://schemas.openxmlformats.org/officeDocument/2006/relationships/notesMaster" Target="/ppt/notesMasters/notesMaster1.xml" Id="R1d2f194f68b945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075d010ae8415c" /><Relationship Type="http://schemas.openxmlformats.org/officeDocument/2006/relationships/notesMaster" Target="/ppt/notesMasters/notesMaster1.xml" Id="R7ddfba34747045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e28ccc98314ff1" /><Relationship Type="http://schemas.openxmlformats.org/officeDocument/2006/relationships/notesMaster" Target="/ppt/notesMasters/notesMaster1.xml" Id="R7b20f178384845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d09f518bc14459" /><Relationship Type="http://schemas.openxmlformats.org/officeDocument/2006/relationships/notesMaster" Target="/ppt/notesMasters/notesMaster1.xml" Id="Rf8c8c725356c4e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f9c0b3de294329" /><Relationship Type="http://schemas.openxmlformats.org/officeDocument/2006/relationships/notesMaster" Target="/ppt/notesMasters/notesMaster1.xml" Id="Rdfa1aac8f32b47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f2cf70fb404b22" /><Relationship Type="http://schemas.openxmlformats.org/officeDocument/2006/relationships/notesMaster" Target="/ppt/notesMasters/notesMaster1.xml" Id="R47149be089034b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d750f13c4f41ca" /><Relationship Type="http://schemas.openxmlformats.org/officeDocument/2006/relationships/notesMaster" Target="/ppt/notesMasters/notesMaster1.xml" Id="R3893f0d5654842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1b18a24bf14639" /><Relationship Type="http://schemas.openxmlformats.org/officeDocument/2006/relationships/notesMaster" Target="/ppt/notesMasters/notesMaster1.xml" Id="R2f3fdd09bc4c42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e7f7426a464e4f" /><Relationship Type="http://schemas.openxmlformats.org/officeDocument/2006/relationships/notesMaster" Target="/ppt/notesMasters/notesMaster1.xml" Id="R84e2bee2164643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f528712bba42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f3795e2a1948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3e0caaaf5844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37c294a20547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140301dc44d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d1f1c4c0a4f3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008c918f44d4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88cc137d74ea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b7708291d649d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29a2def6674e7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601fc8ed7d4ca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ED814D-E74E-4EDB-A286-B0489FA9D4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C75EE6D-E8B7-4BC2-9952-F09EF69646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386EB8-F3BC-471E-8D5D-5EF9F3E100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3ABF53-CD73-49AD-9FAC-D3D2515F51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5CAAE2A-E723-4713-BABE-0A12B539C3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62C059-0557-4930-9EA4-D3D8EFC716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1B1CEF-B368-4C0E-93D8-7CA1CCEABD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02FADA-7618-4ACF-9308-71DCBD433F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A14A385-45E1-4DCB-A544-2484B7CE4F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A674D9-43C9-46B3-AC4A-1753CCF35A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FF27C9-A126-4693-9D68-529D659BA4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960C938-84B6-4BD6-B08B-9132581BF9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81333AE-B46B-4018-A493-1D14DE42BA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F6C7F47-4730-4CDA-BDD2-F94BEDAD6D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8EC7BF-5A69-48E1-B841-7163CC5E4F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839936-8517-4E5D-B21E-0AC06A2A85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06F4B72-0F2A-4FAD-930C-5CCCF200D5B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137CCC0-6D44-45DD-96D8-910B0A186F5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C181681-6FA8-44FF-8356-3A6288ABB5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DEC293A-346F-412E-965A-B2F208E298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F966EE4-0B36-4CC2-97BD-5EACF2A43C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D6FA2E-5155-4A6A-B399-B05ECDA571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E9C815-02A8-497D-804D-C5575E519E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9E296FE-3017-4CB4-8037-C6861B20DE6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8BF1F03-E8ED-4472-A30B-D056F297224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3B7C6AD-F37C-4500-A8AB-AA37B9D2447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BD8C33C-49FB-40C7-A262-1E0FFDB23A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F68D0EA-B4B3-4BFF-96CD-E971118F19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52B2B7A-C5D2-47C7-87D6-C11842FE7F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24A890-DD79-42C6-8F7A-D1B9457454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5FCCE00-D7CD-49D6-BD95-AF366DAEC4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04564DA-A0F8-4CC0-8077-19C622777B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95BD076-272E-4FFF-BF3B-F3B6F10145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EB034FF-E5FC-4DA0-B75E-FE3F40E180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E69CBF-00D7-4BD8-99C4-ED743BF103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8E2BD9B-88A6-40BE-8E55-A9F7DE461C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21A34A-CEB2-41DD-BCE4-6E589B127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D40BCC2-70EF-4B49-B83A-E8FF4151A3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E8D73E1-8F01-4DBE-AEF9-8E7F734339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645D75B-C6C6-4EAD-A998-7D9C349BC8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FFCA75F-CB36-4E30-8E6C-72A2F6B054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5F1F809-8567-4E04-B531-8488E63CB4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3A311A-2AA2-4036-9D5D-9262D904AB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EDC53FF-0665-4075-AE40-779A9AD39D9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E386801-21A1-412C-92EF-F46E0DC9CE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43B6B3A-5056-4DB8-8AE1-FB4B806695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196D139-B4FA-4122-8491-00F2478F1B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E5B7515-E6B4-423B-9AE1-B6A01350CF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5CB651-F030-4EF1-90B0-7A67D84775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5136731-8C85-4008-8125-A7E1F4C0EB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64B3E49-E176-4DE8-830B-5E99CF475F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0FE443-F620-4462-BE9D-26BC801408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B97D1A-C80E-460E-ABF2-F3AE4E808B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C8D629A-8A37-45A2-AF79-09424DA0F8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B2173EF-FF64-4EA7-8A5E-E5B05C7E43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D74DF9-4D76-441D-B426-72DBF85F13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AD8515-3D70-4907-B8DD-7A1F9735CF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E90E4B-E2A6-4EC3-B719-6A856D0D55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63a297cce547eb" /><Relationship Type="http://schemas.openxmlformats.org/officeDocument/2006/relationships/slideLayout" Target="/ppt/slideLayouts/slideLayout1.xml" Id="R8461d91c0dce4000" /><Relationship Type="http://schemas.openxmlformats.org/officeDocument/2006/relationships/slideLayout" Target="/ppt/slideLayouts/slideLayout2.xml" Id="Rb32b5c4a3eb24558" /><Relationship Type="http://schemas.openxmlformats.org/officeDocument/2006/relationships/slideLayout" Target="/ppt/slideLayouts/slideLayout3.xml" Id="R7f47bd1031b24805" /><Relationship Type="http://schemas.openxmlformats.org/officeDocument/2006/relationships/slideLayout" Target="/ppt/slideLayouts/slideLayout4.xml" Id="R8f16cbadc22748ee" /><Relationship Type="http://schemas.openxmlformats.org/officeDocument/2006/relationships/slideLayout" Target="/ppt/slideLayouts/slideLayout5.xml" Id="Redbff802eefa426e" /><Relationship Type="http://schemas.openxmlformats.org/officeDocument/2006/relationships/slideLayout" Target="/ppt/slideLayouts/slideLayout6.xml" Id="Rda0e17510c92410e" /><Relationship Type="http://schemas.openxmlformats.org/officeDocument/2006/relationships/slideLayout" Target="/ppt/slideLayouts/slideLayout7.xml" Id="R3f552773e30943e8" /><Relationship Type="http://schemas.openxmlformats.org/officeDocument/2006/relationships/slideLayout" Target="/ppt/slideLayouts/slideLayout8.xml" Id="Ra961ae46d0e548f9" /><Relationship Type="http://schemas.openxmlformats.org/officeDocument/2006/relationships/slideLayout" Target="/ppt/slideLayouts/slideLayout9.xml" Id="R82a5195d4901436e" /><Relationship Type="http://schemas.openxmlformats.org/officeDocument/2006/relationships/slideLayout" Target="/ppt/slideLayouts/slideLayout10.xml" Id="Rfd83f6fec55248ec" /><Relationship Type="http://schemas.openxmlformats.org/officeDocument/2006/relationships/slideLayout" Target="/ppt/slideLayouts/slideLayout11.xml" Id="R6cb1926fcf9f42d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48E747A-682F-43B4-A03C-8781EDB072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19713E-038E-475A-9E94-8BEDF00AC8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5CB6BB-0A92-43BD-846C-8C2586B6969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AF16B5-CADE-4476-B854-C52EA8218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8D1084-1A44-4ACB-9F5B-63CC520040D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61d91c0dce4000"/>
    <p:sldLayoutId xmlns:r="http://schemas.openxmlformats.org/officeDocument/2006/relationships" id="2147483650" r:id="Rb32b5c4a3eb24558"/>
    <p:sldLayoutId xmlns:r="http://schemas.openxmlformats.org/officeDocument/2006/relationships" id="2147483651" r:id="R7f47bd1031b24805"/>
    <p:sldLayoutId xmlns:r="http://schemas.openxmlformats.org/officeDocument/2006/relationships" id="2147483652" r:id="R8f16cbadc22748ee"/>
    <p:sldLayoutId xmlns:r="http://schemas.openxmlformats.org/officeDocument/2006/relationships" id="2147483653" r:id="Redbff802eefa426e"/>
    <p:sldLayoutId xmlns:r="http://schemas.openxmlformats.org/officeDocument/2006/relationships" id="2147483654" r:id="Rda0e17510c92410e"/>
    <p:sldLayoutId xmlns:r="http://schemas.openxmlformats.org/officeDocument/2006/relationships" id="2147483655" r:id="R3f552773e30943e8"/>
    <p:sldLayoutId xmlns:r="http://schemas.openxmlformats.org/officeDocument/2006/relationships" id="2147483656" r:id="Ra961ae46d0e548f9"/>
    <p:sldLayoutId xmlns:r="http://schemas.openxmlformats.org/officeDocument/2006/relationships" id="2147483657" r:id="R82a5195d4901436e"/>
    <p:sldLayoutId xmlns:r="http://schemas.openxmlformats.org/officeDocument/2006/relationships" id="2147483658" r:id="Rfd83f6fec55248ec"/>
    <p:sldLayoutId xmlns:r="http://schemas.openxmlformats.org/officeDocument/2006/relationships" id="2147483659" r:id="R6cb1926fcf9f42d5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c61b463f3941c6" /><Relationship Type="http://schemas.openxmlformats.org/officeDocument/2006/relationships/image" Target="/ppt/media/image.jpeg" Id="Red0fa6d36e3d438e" /><Relationship Type="http://schemas.openxmlformats.org/officeDocument/2006/relationships/notesSlide" Target="/ppt/notesSlides/notesSlide1.xml" Id="Re14885397d9f45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cdfe2863a5473c" /><Relationship Type="http://schemas.openxmlformats.org/officeDocument/2006/relationships/image" Target="/ppt/media/image.jpeg" Id="Rc5c4e3691e9c40aa" /><Relationship Type="http://schemas.openxmlformats.org/officeDocument/2006/relationships/image" Target="/ppt/media/image.png" Id="R8c3029bdce354023" /><Relationship Type="http://schemas.openxmlformats.org/officeDocument/2006/relationships/notesSlide" Target="/ppt/notesSlides/notesSlide2.xml" Id="R398e583ae85749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4d51108fda4909" /><Relationship Type="http://schemas.openxmlformats.org/officeDocument/2006/relationships/image" Target="/ppt/media/image.jpeg" Id="R04e09edc21fe4aa0" /><Relationship Type="http://schemas.openxmlformats.org/officeDocument/2006/relationships/notesSlide" Target="/ppt/notesSlides/notesSlide3.xml" Id="R53dcff40ecbc4b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ba2e18ab804840" /><Relationship Type="http://schemas.openxmlformats.org/officeDocument/2006/relationships/image" Target="/ppt/media/image.jpeg" Id="R8663013bdc3c412c" /><Relationship Type="http://schemas.openxmlformats.org/officeDocument/2006/relationships/notesSlide" Target="/ppt/notesSlides/notesSlide4.xml" Id="Rbbc87c0d876a4a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f3f8f63bd843fd" /><Relationship Type="http://schemas.openxmlformats.org/officeDocument/2006/relationships/image" Target="/ppt/media/image.jpeg" Id="Rfc3de8f24e3943ef" /><Relationship Type="http://schemas.openxmlformats.org/officeDocument/2006/relationships/notesSlide" Target="/ppt/notesSlides/notesSlide5.xml" Id="R87d478beb02340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2b2d80aa6a4fbd" /><Relationship Type="http://schemas.openxmlformats.org/officeDocument/2006/relationships/image" Target="/ppt/media/image.jpeg" Id="Rf30ca4bc16804890" /><Relationship Type="http://schemas.openxmlformats.org/officeDocument/2006/relationships/notesSlide" Target="/ppt/notesSlides/notesSlide6.xml" Id="Reff57a5f811548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3385f9ad3e4b52" /><Relationship Type="http://schemas.openxmlformats.org/officeDocument/2006/relationships/image" Target="/ppt/media/image.jpeg" Id="R1241b55f4a0540e5" /><Relationship Type="http://schemas.openxmlformats.org/officeDocument/2006/relationships/notesSlide" Target="/ppt/notesSlides/notesSlide7.xml" Id="R08178c9e226040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3b278382a242c8" /><Relationship Type="http://schemas.openxmlformats.org/officeDocument/2006/relationships/image" Target="/ppt/media/image.jpeg" Id="R8edd4d3aa06c4401" /><Relationship Type="http://schemas.openxmlformats.org/officeDocument/2006/relationships/notesSlide" Target="/ppt/notesSlides/notesSlide8.xml" Id="R25a1e3258e4d45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5a6fc9abea4ab9" /><Relationship Type="http://schemas.openxmlformats.org/officeDocument/2006/relationships/image" Target="/ppt/media/image.jpeg" Id="R872407d6ece04c37" /><Relationship Type="http://schemas.openxmlformats.org/officeDocument/2006/relationships/notesSlide" Target="/ppt/notesSlides/notesSlide9.xml" Id="R4c6f933f6fe640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48E7FD4-5106-40A2-9E59-6D593773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d0fa6d36e3d438e"/>
            <a:stretch>
              <a:fillRect l="0" t="-9259" r="0" b="-9259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0CAECAD-3FE5-4615-B992-CFC0C8DF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114860"/>
            <a:ext cx="13303790" cy="2706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66"/>
              </a:lnSpc>
              <a:buNone/>
            </a:pPr>
            <a:r>
              <a:rPr sz="20266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TriageXR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D3F2DDE-8452-4391-B516-B576E8D8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424241"/>
            <a:ext cx="5689197" cy="612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5"/>
              </a:lnSpc>
              <a:buNone/>
            </a:pPr>
            <a:r>
              <a:rPr sz="4595">
                <a:solidFill>
                  <a:srgbClr val="FFFFFF">
                    <a:alpha val="36863"/>
                  </a:srgbClr>
                </a:solidFill>
                <a:latin typeface="Aileron"/>
                <a:ea typeface="Aileron"/>
                <a:cs typeface="Aileron"/>
              </a:rPr>
              <a:t>Spatial Hack AI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8F892776-76FE-44A3-8DA2-006BF375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8645042"/>
            <a:ext cx="3490028" cy="389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spcBef>
                <a:spcPct val="0"/>
              </a:spcBef>
              <a:buNone/>
            </a:pPr>
            <a:r>
              <a:rPr sz="23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Project By :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E2F214F-298B-492A-97A0-AF85B795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041546"/>
            <a:ext cx="3892723" cy="389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spcBef>
                <a:spcPct val="0"/>
              </a:spcBef>
              <a:buNone/>
            </a:pPr>
            <a:r>
              <a:rPr sz="2300">
                <a:solidFill>
                  <a:srgbClr val="FFFFFF"/>
                </a:solidFill>
                <a:latin typeface="Aileron"/>
                <a:ea typeface="Aileron"/>
                <a:cs typeface="Aileron"/>
              </a:rPr>
              <a:t>Shreeraj, Guan Yu, Weishuo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D42F07A-1D16-40E8-9452-8B2FB674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15456" y="9041546"/>
            <a:ext cx="1243844" cy="389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3220"/>
              </a:lnSpc>
              <a:spcBef>
                <a:spcPct val="0"/>
              </a:spcBef>
              <a:buNone/>
            </a:pPr>
            <a:r>
              <a:rPr sz="2300">
                <a:solidFill>
                  <a:srgbClr val="FFFFFF"/>
                </a:solidFill>
                <a:latin typeface="Aileron"/>
                <a:ea typeface="Aileron"/>
                <a:cs typeface="Aileron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9478084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F0BA55C-BE74-4447-BD05-CA800C5C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c4e3691e9c40aa"/>
            <a:stretch>
              <a:fillRect l="0" t="-9259" r="0" b="-9259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021BB5E-430B-4B83-BAFB-CE7572DC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0" y="784617"/>
            <a:ext cx="7493378" cy="3746956"/>
          </a:xfrm>
          <a:custGeom xmlns:a="http://schemas.openxmlformats.org/drawingml/2006/main">
            <a:rect l="l" t="t" r="r" b="b"/>
            <a:pathLst>
              <a:path w="1455025" h="727564">
                <a:moveTo>
                  <a:pt x="0" y="0"/>
                </a:moveTo>
                <a:lnTo>
                  <a:pt x="1455025" y="0"/>
                </a:lnTo>
                <a:lnTo>
                  <a:pt x="1455025" y="727564"/>
                </a:lnTo>
                <a:lnTo>
                  <a:pt x="0" y="7275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c3029bdce354023"/>
            <a:stretch>
              <a:fillRect l="0" t="-74991" r="0" b="-74991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2C67A6A-FB60-4FE1-A300-FFC1844F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048521"/>
            <a:ext cx="6056426" cy="1887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72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Problem Statement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A985550-1ED7-4997-88AE-8AD66DB0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250930"/>
            <a:ext cx="6056426" cy="1406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00"/>
              </a:lnSpc>
              <a:buNone/>
            </a:pPr>
            <a:r>
              <a:rPr sz="2000">
                <a:solidFill>
                  <a:srgbClr val="FFFFFF"/>
                </a:solidFill>
                <a:latin typeface="Aileron"/>
                <a:ea typeface="Aileron"/>
                <a:cs typeface="Aileron"/>
              </a:rPr>
              <a:t>Brief 8: </a:t>
            </a:r>
          </a:p>
          <a:p xmlns:a="http://schemas.openxmlformats.org/drawingml/2006/main">
            <a:pPr algn="l">
              <a:lnSpc>
                <a:spcPts val="2800"/>
              </a:lnSpc>
              <a:buNone/>
            </a:pPr>
            <a:r>
              <a:rPr sz="2000">
                <a:solidFill>
                  <a:srgbClr val="FFFFFF"/>
                </a:solidFill>
                <a:latin typeface="Aileron"/>
                <a:ea typeface="Aileron"/>
                <a:cs typeface="Aileron"/>
              </a:rPr>
              <a:t>How might we train first responders for a mass casualty incident with spatial computing and AI?</a:t>
            </a:r>
          </a:p>
          <a:p xmlns:a="http://schemas.openxmlformats.org/drawingml/2006/main">
            <a:pPr algn="l">
              <a:lnSpc>
                <a:spcPts val="2800"/>
              </a:lnSpc>
              <a:spcBef>
                <a:spcPct val="0"/>
              </a:spcBef>
              <a:buNone/>
            </a:pP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E0B2F737-6352-4F4D-B8CB-212DE3DF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8575" y="5535870"/>
            <a:ext cx="5789690" cy="422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99"/>
              </a:lnSpc>
              <a:spcBef>
                <a:spcPct val="0"/>
              </a:spcBef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546872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D53ED70-2D54-423E-AAD9-046FCDFA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e09edc21fe4aa0"/>
            <a:stretch>
              <a:fillRect l="0" t="-9259" r="0" b="-9259"/>
            </a:stretch>
          </a:blipFill>
        </p:spPr>
      </p:sp>
    </p:spTree>
    <p:extLst>
      <p:ext uri="{BB962C8B-B14F-4D97-AF65-F5344CB8AC3E}">
        <p14:creationId xmlns:p14="http://schemas.microsoft.com/office/powerpoint/2010/main" val="8762923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80799CB-F48C-425B-8DB3-96033726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663013bdc3c412c"/>
            <a:stretch>
              <a:fillRect l="0" t="-9259" r="0" b="-9259"/>
            </a:stretch>
          </a:blipFill>
        </p:spPr>
      </p:sp>
    </p:spTree>
    <p:extLst>
      <p:ext uri="{BB962C8B-B14F-4D97-AF65-F5344CB8AC3E}">
        <p14:creationId xmlns:p14="http://schemas.microsoft.com/office/powerpoint/2010/main" val="11633661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D53ED70-2D54-423E-AAD9-046FCDFA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c3de8f24e3943ef"/>
            <a:stretch>
              <a:fillRect l="0" t="-9259" r="0" b="-9259"/>
            </a:stretch>
          </a:blipFill>
        </p:spPr>
      </p:sp>
    </p:spTree>
    <p:extLst>
      <p:ext uri="{BB962C8B-B14F-4D97-AF65-F5344CB8AC3E}">
        <p14:creationId xmlns:p14="http://schemas.microsoft.com/office/powerpoint/2010/main" val="8762923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80799CB-F48C-425B-8DB3-96033726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30ca4bc16804890"/>
            <a:stretch>
              <a:fillRect l="0" t="-9259" r="0" b="-9259"/>
            </a:stretch>
          </a:blipFill>
        </p:spPr>
      </p:sp>
    </p:spTree>
    <p:extLst>
      <p:ext uri="{BB962C8B-B14F-4D97-AF65-F5344CB8AC3E}">
        <p14:creationId xmlns:p14="http://schemas.microsoft.com/office/powerpoint/2010/main" val="11633661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D53ED70-2D54-423E-AAD9-046FCDFA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41b55f4a0540e5"/>
            <a:stretch>
              <a:fillRect l="0" t="-9259" r="0" b="-9259"/>
            </a:stretch>
          </a:blipFill>
        </p:spPr>
      </p:sp>
    </p:spTree>
    <p:extLst>
      <p:ext uri="{BB962C8B-B14F-4D97-AF65-F5344CB8AC3E}">
        <p14:creationId xmlns:p14="http://schemas.microsoft.com/office/powerpoint/2010/main" val="8762923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80799CB-F48C-425B-8DB3-96033726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edd4d3aa06c4401"/>
            <a:stretch>
              <a:fillRect l="0" t="-9259" r="0" b="-9259"/>
            </a:stretch>
          </a:blipFill>
        </p:spPr>
      </p:sp>
    </p:spTree>
    <p:extLst>
      <p:ext uri="{BB962C8B-B14F-4D97-AF65-F5344CB8AC3E}">
        <p14:creationId xmlns:p14="http://schemas.microsoft.com/office/powerpoint/2010/main" val="11633661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9A65EC0-90A2-43B3-9F56-C1468747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72407d6ece04c37"/>
            <a:stretch>
              <a:fillRect l="0" t="-9259" r="0" b="-9259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92F83534-52FA-4F6C-8501-C302D397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114860"/>
            <a:ext cx="13303790" cy="2706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66"/>
              </a:lnSpc>
              <a:buNone/>
            </a:pPr>
            <a:r>
              <a:rPr sz="20266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Big Thanks!</a:t>
            </a:r>
          </a:p>
        </p:txBody>
      </p:sp>
    </p:spTree>
    <p:extLst>
      <p:ext uri="{BB962C8B-B14F-4D97-AF65-F5344CB8AC3E}">
        <p14:creationId xmlns:p14="http://schemas.microsoft.com/office/powerpoint/2010/main" val="1622678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2026-08-10T04:28:33.6120000Z</dcterms:created>
  <dcterms:modified xsi:type="dcterms:W3CDTF">2026-08-10T04:28:33.6120000Z</dcterms:modified>
</coreProperties>
</file>